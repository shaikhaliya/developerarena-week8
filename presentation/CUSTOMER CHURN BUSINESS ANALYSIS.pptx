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7" r:id="rId6"/>
    <p:sldId id="289" r:id="rId7"/>
    <p:sldId id="264" r:id="rId8"/>
    <p:sldId id="262" r:id="rId9"/>
    <p:sldId id="278" r:id="rId10"/>
    <p:sldId id="268" r:id="rId11"/>
    <p:sldId id="266" r:id="rId12"/>
    <p:sldId id="258" r:id="rId13"/>
    <p:sldId id="270" r:id="rId14"/>
    <p:sldId id="275" r:id="rId15"/>
    <p:sldId id="293" r:id="rId16"/>
    <p:sldId id="260" r:id="rId17"/>
    <p:sldId id="283" r:id="rId18"/>
    <p:sldId id="290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C99EF-6F4A-465E-A3C2-968DE6FAEDC4}" v="81" dt="2026-09-02T16:02:15.313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09" autoAdjust="0"/>
  </p:normalViewPr>
  <p:slideViewPr>
    <p:cSldViewPr snapToGrid="0">
      <p:cViewPr varScale="1">
        <p:scale>
          <a:sx n="84" d="100"/>
          <a:sy n="84" d="100"/>
        </p:scale>
        <p:origin x="648" y="7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YA SHAIKH" userId="58c65951c58cd686" providerId="LiveId" clId="{DB648027-216B-425C-AFD1-46FEABBC7CF3}"/>
    <pc:docChg chg="undo custSel delSld modSld sldOrd modMainMaster">
      <pc:chgData name="ALIYA SHAIKH" userId="58c65951c58cd686" providerId="LiveId" clId="{DB648027-216B-425C-AFD1-46FEABBC7CF3}" dt="2026-09-02T16:02:15.313" v="1275"/>
      <pc:docMkLst>
        <pc:docMk/>
      </pc:docMkLst>
      <pc:sldChg chg="modSp mod modTransition">
        <pc:chgData name="ALIYA SHAIKH" userId="58c65951c58cd686" providerId="LiveId" clId="{DB648027-216B-425C-AFD1-46FEABBC7CF3}" dt="2026-09-02T16:02:15.313" v="1275"/>
        <pc:sldMkLst>
          <pc:docMk/>
          <pc:sldMk cId="1642425379" sldId="256"/>
        </pc:sldMkLst>
        <pc:spChg chg="mod">
          <ac:chgData name="ALIYA SHAIKH" userId="58c65951c58cd686" providerId="LiveId" clId="{DB648027-216B-425C-AFD1-46FEABBC7CF3}" dt="2026-09-02T16:00:45.293" v="1269" actId="2711"/>
          <ac:spMkLst>
            <pc:docMk/>
            <pc:sldMk cId="1642425379" sldId="256"/>
            <ac:spMk id="2" creationId="{216815C6-3AD0-46E6-A74A-1967BD91AF50}"/>
          </ac:spMkLst>
        </pc:spChg>
        <pc:spChg chg="mod">
          <ac:chgData name="ALIYA SHAIKH" userId="58c65951c58cd686" providerId="LiveId" clId="{DB648027-216B-425C-AFD1-46FEABBC7CF3}" dt="2026-09-02T16:00:57.797" v="1270" actId="2711"/>
          <ac:spMkLst>
            <pc:docMk/>
            <pc:sldMk cId="1642425379" sldId="256"/>
            <ac:spMk id="3" creationId="{1901B20D-4C28-4DA3-ABBD-718C22A5E58B}"/>
          </ac:spMkLst>
        </pc:spChg>
      </pc:sldChg>
      <pc:sldChg chg="addSp delSp modSp mod ord modTransition">
        <pc:chgData name="ALIYA SHAIKH" userId="58c65951c58cd686" providerId="LiveId" clId="{DB648027-216B-425C-AFD1-46FEABBC7CF3}" dt="2026-09-02T16:02:15.313" v="1275"/>
        <pc:sldMkLst>
          <pc:docMk/>
          <pc:sldMk cId="707789176" sldId="258"/>
        </pc:sldMkLst>
        <pc:spChg chg="mod">
          <ac:chgData name="ALIYA SHAIKH" userId="58c65951c58cd686" providerId="LiveId" clId="{DB648027-216B-425C-AFD1-46FEABBC7CF3}" dt="2026-09-02T15:25:27.219" v="989" actId="20577"/>
          <ac:spMkLst>
            <pc:docMk/>
            <pc:sldMk cId="707789176" sldId="258"/>
            <ac:spMk id="2" creationId="{A29DE7F2-E890-4744-88DD-A75F5E300513}"/>
          </ac:spMkLst>
        </pc:spChg>
        <pc:spChg chg="add del mod">
          <ac:chgData name="ALIYA SHAIKH" userId="58c65951c58cd686" providerId="LiveId" clId="{DB648027-216B-425C-AFD1-46FEABBC7CF3}" dt="2026-09-02T15:02:04.608" v="540" actId="478"/>
          <ac:spMkLst>
            <pc:docMk/>
            <pc:sldMk cId="707789176" sldId="258"/>
            <ac:spMk id="3" creationId="{8CD56A6E-0894-5F4A-645A-1A1FEDFE6C6E}"/>
          </ac:spMkLst>
        </pc:spChg>
        <pc:spChg chg="add mod">
          <ac:chgData name="ALIYA SHAIKH" userId="58c65951c58cd686" providerId="LiveId" clId="{DB648027-216B-425C-AFD1-46FEABBC7CF3}" dt="2026-09-02T15:27:33.847" v="1009" actId="113"/>
          <ac:spMkLst>
            <pc:docMk/>
            <pc:sldMk cId="707789176" sldId="258"/>
            <ac:spMk id="4" creationId="{F724F44F-DF3B-E338-7734-9B1F7B1407EF}"/>
          </ac:spMkLst>
        </pc:spChg>
        <pc:spChg chg="add del mod">
          <ac:chgData name="ALIYA SHAIKH" userId="58c65951c58cd686" providerId="LiveId" clId="{DB648027-216B-425C-AFD1-46FEABBC7CF3}" dt="2026-09-02T15:03:57.923" v="562"/>
          <ac:spMkLst>
            <pc:docMk/>
            <pc:sldMk cId="707789176" sldId="258"/>
            <ac:spMk id="5" creationId="{5B36C4BA-30D6-9213-0F70-E4A593A78B4B}"/>
          </ac:spMkLst>
        </pc:spChg>
        <pc:spChg chg="add mod">
          <ac:chgData name="ALIYA SHAIKH" userId="58c65951c58cd686" providerId="LiveId" clId="{DB648027-216B-425C-AFD1-46FEABBC7CF3}" dt="2026-09-02T15:26:05.549" v="1000" actId="14100"/>
          <ac:spMkLst>
            <pc:docMk/>
            <pc:sldMk cId="707789176" sldId="258"/>
            <ac:spMk id="9" creationId="{F6F99606-75AB-2E36-C89A-FE088D991BA8}"/>
          </ac:spMkLst>
        </pc:spChg>
        <pc:spChg chg="add mod">
          <ac:chgData name="ALIYA SHAIKH" userId="58c65951c58cd686" providerId="LiveId" clId="{DB648027-216B-425C-AFD1-46FEABBC7CF3}" dt="2026-09-02T15:27:18.293" v="1007" actId="1076"/>
          <ac:spMkLst>
            <pc:docMk/>
            <pc:sldMk cId="707789176" sldId="258"/>
            <ac:spMk id="16" creationId="{72A543C6-3CD2-1576-2D7B-8F2FBB05897F}"/>
          </ac:spMkLst>
        </pc:spChg>
        <pc:graphicFrameChg chg="add mod modGraphic">
          <ac:chgData name="ALIYA SHAIKH" userId="58c65951c58cd686" providerId="LiveId" clId="{DB648027-216B-425C-AFD1-46FEABBC7CF3}" dt="2026-09-02T15:26:25.025" v="1002" actId="255"/>
          <ac:graphicFrameMkLst>
            <pc:docMk/>
            <pc:sldMk cId="707789176" sldId="258"/>
            <ac:graphicFrameMk id="6" creationId="{BE66821F-A07D-C556-7F20-349F5BEC8D12}"/>
          </ac:graphicFrameMkLst>
        </pc:graphicFrameChg>
        <pc:graphicFrameChg chg="add del mod">
          <ac:chgData name="ALIYA SHAIKH" userId="58c65951c58cd686" providerId="LiveId" clId="{DB648027-216B-425C-AFD1-46FEABBC7CF3}" dt="2026-09-02T15:04:24.045" v="564" actId="478"/>
          <ac:graphicFrameMkLst>
            <pc:docMk/>
            <pc:sldMk cId="707789176" sldId="258"/>
            <ac:graphicFrameMk id="7" creationId="{23109208-975E-3E14-30A3-EFFEC68A065F}"/>
          </ac:graphicFrameMkLst>
        </pc:graphicFrameChg>
        <pc:picChg chg="add del mod">
          <ac:chgData name="ALIYA SHAIKH" userId="58c65951c58cd686" providerId="LiveId" clId="{DB648027-216B-425C-AFD1-46FEABBC7CF3}" dt="2026-09-02T15:06:13.816" v="571" actId="478"/>
          <ac:picMkLst>
            <pc:docMk/>
            <pc:sldMk cId="707789176" sldId="258"/>
            <ac:picMk id="11" creationId="{DB8814A9-7D27-535A-8938-4D4F3C755BCE}"/>
          </ac:picMkLst>
        </pc:picChg>
        <pc:picChg chg="add del mod">
          <ac:chgData name="ALIYA SHAIKH" userId="58c65951c58cd686" providerId="LiveId" clId="{DB648027-216B-425C-AFD1-46FEABBC7CF3}" dt="2026-09-02T15:23:43.493" v="980" actId="478"/>
          <ac:picMkLst>
            <pc:docMk/>
            <pc:sldMk cId="707789176" sldId="258"/>
            <ac:picMk id="13" creationId="{D569C299-BCE3-BD95-1DC1-A2BF5BA5D50D}"/>
          </ac:picMkLst>
        </pc:picChg>
        <pc:picChg chg="add mod">
          <ac:chgData name="ALIYA SHAIKH" userId="58c65951c58cd686" providerId="LiveId" clId="{DB648027-216B-425C-AFD1-46FEABBC7CF3}" dt="2026-09-02T15:27:22.305" v="1008" actId="14100"/>
          <ac:picMkLst>
            <pc:docMk/>
            <pc:sldMk cId="707789176" sldId="258"/>
            <ac:picMk id="15" creationId="{011CE952-D822-98E9-86BB-384A333FB969}"/>
          </ac:picMkLst>
        </pc:picChg>
      </pc:sldChg>
      <pc:sldChg chg="addSp delSp modSp mod modTransition">
        <pc:chgData name="ALIYA SHAIKH" userId="58c65951c58cd686" providerId="LiveId" clId="{DB648027-216B-425C-AFD1-46FEABBC7CF3}" dt="2026-09-02T16:02:15.313" v="1275"/>
        <pc:sldMkLst>
          <pc:docMk/>
          <pc:sldMk cId="566997565" sldId="260"/>
        </pc:sldMkLst>
        <pc:spChg chg="del">
          <ac:chgData name="ALIYA SHAIKH" userId="58c65951c58cd686" providerId="LiveId" clId="{DB648027-216B-425C-AFD1-46FEABBC7CF3}" dt="2026-09-02T15:57:17.946" v="1245" actId="478"/>
          <ac:spMkLst>
            <pc:docMk/>
            <pc:sldMk cId="566997565" sldId="260"/>
            <ac:spMk id="2" creationId="{063B6BDC-0568-466F-91ED-52067B366C6A}"/>
          </ac:spMkLst>
        </pc:spChg>
        <pc:spChg chg="del">
          <ac:chgData name="ALIYA SHAIKH" userId="58c65951c58cd686" providerId="LiveId" clId="{DB648027-216B-425C-AFD1-46FEABBC7CF3}" dt="2026-09-02T15:57:21.542" v="1246" actId="478"/>
          <ac:spMkLst>
            <pc:docMk/>
            <pc:sldMk cId="566997565" sldId="260"/>
            <ac:spMk id="3" creationId="{67A559BE-816C-475D-9ADA-DDFDF14A41D4}"/>
          </ac:spMkLst>
        </pc:spChg>
        <pc:spChg chg="add mod">
          <ac:chgData name="ALIYA SHAIKH" userId="58c65951c58cd686" providerId="LiveId" clId="{DB648027-216B-425C-AFD1-46FEABBC7CF3}" dt="2026-09-02T15:57:10.471" v="1244" actId="255"/>
          <ac:spMkLst>
            <pc:docMk/>
            <pc:sldMk cId="566997565" sldId="260"/>
            <ac:spMk id="6" creationId="{F29EE499-7B28-02BD-3448-8AF653A284AF}"/>
          </ac:spMkLst>
        </pc:spChg>
        <pc:spChg chg="mod">
          <ac:chgData name="ALIYA SHAIKH" userId="58c65951c58cd686" providerId="LiveId" clId="{DB648027-216B-425C-AFD1-46FEABBC7CF3}" dt="2026-09-02T15:57:31.664" v="1247" actId="1076"/>
          <ac:spMkLst>
            <pc:docMk/>
            <pc:sldMk cId="566997565" sldId="260"/>
            <ac:spMk id="11" creationId="{B1B29E87-9C2C-400B-834D-4E4BD6E944D0}"/>
          </ac:spMkLst>
        </pc:spChg>
        <pc:graphicFrameChg chg="del">
          <ac:chgData name="ALIYA SHAIKH" userId="58c65951c58cd686" providerId="LiveId" clId="{DB648027-216B-425C-AFD1-46FEABBC7CF3}" dt="2026-09-02T15:41:32.980" v="1106" actId="478"/>
          <ac:graphicFrameMkLst>
            <pc:docMk/>
            <pc:sldMk cId="566997565" sldId="260"/>
            <ac:graphicFrameMk id="17" creationId="{D6E90A56-AF21-45DC-A08C-27875260C7CB}"/>
          </ac:graphicFrameMkLst>
        </pc:graphicFrameChg>
      </pc:sldChg>
      <pc:sldChg chg="addSp delSp modSp del mod ord">
        <pc:chgData name="ALIYA SHAIKH" userId="58c65951c58cd686" providerId="LiveId" clId="{DB648027-216B-425C-AFD1-46FEABBC7CF3}" dt="2026-09-02T15:41:03.438" v="1103" actId="2696"/>
        <pc:sldMkLst>
          <pc:docMk/>
          <pc:sldMk cId="1738561688" sldId="261"/>
        </pc:sldMkLst>
        <pc:spChg chg="add del mod">
          <ac:chgData name="ALIYA SHAIKH" userId="58c65951c58cd686" providerId="LiveId" clId="{DB648027-216B-425C-AFD1-46FEABBC7CF3}" dt="2026-09-01T14:52:07.125" v="3"/>
          <ac:spMkLst>
            <pc:docMk/>
            <pc:sldMk cId="1738561688" sldId="261"/>
            <ac:spMk id="3" creationId="{26C995D1-4F7D-A196-A7BC-0A05FFB4DDE4}"/>
          </ac:spMkLst>
        </pc:spChg>
        <pc:spChg chg="mod">
          <ac:chgData name="ALIYA SHAIKH" userId="58c65951c58cd686" providerId="LiveId" clId="{DB648027-216B-425C-AFD1-46FEABBC7CF3}" dt="2026-09-01T14:52:02.094" v="0" actId="1076"/>
          <ac:spMkLst>
            <pc:docMk/>
            <pc:sldMk cId="1738561688" sldId="261"/>
            <ac:spMk id="16" creationId="{04289E1B-DD07-82D9-D613-45AD0E475714}"/>
          </ac:spMkLst>
        </pc:spChg>
      </pc:sldChg>
      <pc:sldChg chg="addSp delSp modSp mod modTransition">
        <pc:chgData name="ALIYA SHAIKH" userId="58c65951c58cd686" providerId="LiveId" clId="{DB648027-216B-425C-AFD1-46FEABBC7CF3}" dt="2026-09-02T16:02:15.313" v="1275"/>
        <pc:sldMkLst>
          <pc:docMk/>
          <pc:sldMk cId="1593920805" sldId="262"/>
        </pc:sldMkLst>
        <pc:spChg chg="mod">
          <ac:chgData name="ALIYA SHAIKH" userId="58c65951c58cd686" providerId="LiveId" clId="{DB648027-216B-425C-AFD1-46FEABBC7CF3}" dt="2026-09-02T15:59:30.629" v="1257" actId="113"/>
          <ac:spMkLst>
            <pc:docMk/>
            <pc:sldMk cId="1593920805" sldId="262"/>
            <ac:spMk id="2" creationId="{75031FE9-9059-4FE8-B4AC-9771F23A1B89}"/>
          </ac:spMkLst>
        </pc:spChg>
        <pc:spChg chg="mod">
          <ac:chgData name="ALIYA SHAIKH" userId="58c65951c58cd686" providerId="LiveId" clId="{DB648027-216B-425C-AFD1-46FEABBC7CF3}" dt="2026-09-02T15:59:34.752" v="1258" actId="113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ALIYA SHAIKH" userId="58c65951c58cd686" providerId="LiveId" clId="{DB648027-216B-425C-AFD1-46FEABBC7CF3}" dt="2026-09-01T15:18:06.151" v="310" actId="2711"/>
          <ac:spMkLst>
            <pc:docMk/>
            <pc:sldMk cId="1593920805" sldId="262"/>
            <ac:spMk id="4" creationId="{AC1C80FB-53F9-42EE-B1E6-D0F998EC5DFA}"/>
          </ac:spMkLst>
        </pc:spChg>
        <pc:spChg chg="mod">
          <ac:chgData name="ALIYA SHAIKH" userId="58c65951c58cd686" providerId="LiveId" clId="{DB648027-216B-425C-AFD1-46FEABBC7CF3}" dt="2026-09-02T15:59:39.501" v="1259" actId="113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ALIYA SHAIKH" userId="58c65951c58cd686" providerId="LiveId" clId="{DB648027-216B-425C-AFD1-46FEABBC7CF3}" dt="2026-09-01T15:19:38.747" v="328" actId="1076"/>
          <ac:spMkLst>
            <pc:docMk/>
            <pc:sldMk cId="1593920805" sldId="262"/>
            <ac:spMk id="6" creationId="{7E7D4C34-22A0-4D54-A07D-E1E9A11463E5}"/>
          </ac:spMkLst>
        </pc:spChg>
        <pc:spChg chg="mod">
          <ac:chgData name="ALIYA SHAIKH" userId="58c65951c58cd686" providerId="LiveId" clId="{DB648027-216B-425C-AFD1-46FEABBC7CF3}" dt="2026-09-02T15:59:48.296" v="1260" actId="113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ALIYA SHAIKH" userId="58c65951c58cd686" providerId="LiveId" clId="{DB648027-216B-425C-AFD1-46FEABBC7CF3}" dt="2026-09-01T15:18:40.152" v="313" actId="20577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ALIYA SHAIKH" userId="58c65951c58cd686" providerId="LiveId" clId="{DB648027-216B-425C-AFD1-46FEABBC7CF3}" dt="2026-09-01T15:14:25.564" v="199" actId="478"/>
          <ac:spMkLst>
            <pc:docMk/>
            <pc:sldMk cId="1593920805" sldId="262"/>
            <ac:spMk id="9" creationId="{868F40F8-BF35-45E9-B3DD-5436362D746E}"/>
          </ac:spMkLst>
        </pc:spChg>
        <pc:spChg chg="del">
          <ac:chgData name="ALIYA SHAIKH" userId="58c65951c58cd686" providerId="LiveId" clId="{DB648027-216B-425C-AFD1-46FEABBC7CF3}" dt="2026-09-01T15:14:31.271" v="202" actId="478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ALIYA SHAIKH" userId="58c65951c58cd686" providerId="LiveId" clId="{DB648027-216B-425C-AFD1-46FEABBC7CF3}" dt="2026-09-01T15:14:27.745" v="201" actId="478"/>
          <ac:spMkLst>
            <pc:docMk/>
            <pc:sldMk cId="1593920805" sldId="262"/>
            <ac:spMk id="12" creationId="{0856415A-1C2A-EFB7-8A49-BC3E1F1A6727}"/>
          </ac:spMkLst>
        </pc:spChg>
        <pc:spChg chg="add del mod">
          <ac:chgData name="ALIYA SHAIKH" userId="58c65951c58cd686" providerId="LiveId" clId="{DB648027-216B-425C-AFD1-46FEABBC7CF3}" dt="2026-09-01T15:14:32.744" v="203" actId="478"/>
          <ac:spMkLst>
            <pc:docMk/>
            <pc:sldMk cId="1593920805" sldId="262"/>
            <ac:spMk id="14" creationId="{484C1287-4705-5F74-2234-7DCE1602C270}"/>
          </ac:spMkLst>
        </pc:spChg>
        <pc:spChg chg="add del mod">
          <ac:chgData name="ALIYA SHAIKH" userId="58c65951c58cd686" providerId="LiveId" clId="{DB648027-216B-425C-AFD1-46FEABBC7CF3}" dt="2026-09-01T15:16:11.232" v="219"/>
          <ac:spMkLst>
            <pc:docMk/>
            <pc:sldMk cId="1593920805" sldId="262"/>
            <ac:spMk id="15" creationId="{DBDB3579-134D-9BA3-809A-9D056D1FF608}"/>
          </ac:spMkLst>
        </pc:spChg>
        <pc:spChg chg="del">
          <ac:chgData name="ALIYA SHAIKH" userId="58c65951c58cd686" providerId="LiveId" clId="{DB648027-216B-425C-AFD1-46FEABBC7CF3}" dt="2026-09-01T15:19:48.657" v="330" actId="478"/>
          <ac:spMkLst>
            <pc:docMk/>
            <pc:sldMk cId="1593920805" sldId="262"/>
            <ac:spMk id="80" creationId="{BC1F9D86-85D8-4FD0-B0D3-47D778722782}"/>
          </ac:spMkLst>
        </pc:spChg>
        <pc:spChg chg="del">
          <ac:chgData name="ALIYA SHAIKH" userId="58c65951c58cd686" providerId="LiveId" clId="{DB648027-216B-425C-AFD1-46FEABBC7CF3}" dt="2026-09-01T15:19:45.032" v="329" actId="478"/>
          <ac:spMkLst>
            <pc:docMk/>
            <pc:sldMk cId="1593920805" sldId="262"/>
            <ac:spMk id="81" creationId="{E94F1D24-E4A1-4B59-B57E-A28453963B88}"/>
          </ac:spMkLst>
        </pc:spChg>
      </pc:sldChg>
      <pc:sldChg chg="delSp modSp mod ord modTransition">
        <pc:chgData name="ALIYA SHAIKH" userId="58c65951c58cd686" providerId="LiveId" clId="{DB648027-216B-425C-AFD1-46FEABBC7CF3}" dt="2026-09-02T16:02:15.313" v="1275"/>
        <pc:sldMkLst>
          <pc:docMk/>
          <pc:sldMk cId="1346372204" sldId="264"/>
        </pc:sldMkLst>
        <pc:spChg chg="mod">
          <ac:chgData name="ALIYA SHAIKH" userId="58c65951c58cd686" providerId="LiveId" clId="{DB648027-216B-425C-AFD1-46FEABBC7CF3}" dt="2026-09-02T15:59:58.009" v="1261" actId="113"/>
          <ac:spMkLst>
            <pc:docMk/>
            <pc:sldMk cId="1346372204" sldId="264"/>
            <ac:spMk id="2" creationId="{537E1C88-627C-4655-A4FB-0BB02EDB078A}"/>
          </ac:spMkLst>
        </pc:spChg>
        <pc:spChg chg="mod">
          <ac:chgData name="ALIYA SHAIKH" userId="58c65951c58cd686" providerId="LiveId" clId="{DB648027-216B-425C-AFD1-46FEABBC7CF3}" dt="2026-09-02T16:00:09.025" v="1265" actId="20577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ALIYA SHAIKH" userId="58c65951c58cd686" providerId="LiveId" clId="{DB648027-216B-425C-AFD1-46FEABBC7CF3}" dt="2026-09-01T15:08:38.798" v="171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ALIYA SHAIKH" userId="58c65951c58cd686" providerId="LiveId" clId="{DB648027-216B-425C-AFD1-46FEABBC7CF3}" dt="2026-09-01T15:08:43.208" v="172" actId="478"/>
          <ac:spMkLst>
            <pc:docMk/>
            <pc:sldMk cId="1346372204" sldId="264"/>
            <ac:spMk id="5" creationId="{396A095E-DB05-47EC-A2D5-47398A4A00B4}"/>
          </ac:spMkLst>
        </pc:spChg>
      </pc:sldChg>
      <pc:sldChg chg="addSp delSp modSp mod ord modTransition">
        <pc:chgData name="ALIYA SHAIKH" userId="58c65951c58cd686" providerId="LiveId" clId="{DB648027-216B-425C-AFD1-46FEABBC7CF3}" dt="2026-09-02T16:02:15.313" v="1275"/>
        <pc:sldMkLst>
          <pc:docMk/>
          <pc:sldMk cId="2121178069" sldId="266"/>
        </pc:sldMkLst>
        <pc:spChg chg="mod">
          <ac:chgData name="ALIYA SHAIKH" userId="58c65951c58cd686" providerId="LiveId" clId="{DB648027-216B-425C-AFD1-46FEABBC7CF3}" dt="2026-09-01T15:40:47.049" v="518" actId="2711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ALIYA SHAIKH" userId="58c65951c58cd686" providerId="LiveId" clId="{DB648027-216B-425C-AFD1-46FEABBC7CF3}" dt="2026-09-01T15:40:13.424" v="517" actId="2711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ALIYA SHAIKH" userId="58c65951c58cd686" providerId="LiveId" clId="{DB648027-216B-425C-AFD1-46FEABBC7CF3}" dt="2026-09-02T15:58:20.631" v="1250" actId="113"/>
          <ac:spMkLst>
            <pc:docMk/>
            <pc:sldMk cId="2121178069" sldId="266"/>
            <ac:spMk id="4" creationId="{A112B089-A8F9-45B1-BE6E-EAC10163F082}"/>
          </ac:spMkLst>
        </pc:spChg>
        <pc:spChg chg="del mod">
          <ac:chgData name="ALIYA SHAIKH" userId="58c65951c58cd686" providerId="LiveId" clId="{DB648027-216B-425C-AFD1-46FEABBC7CF3}" dt="2026-09-01T15:40:59.512" v="529" actId="478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ALIYA SHAIKH" userId="58c65951c58cd686" providerId="LiveId" clId="{DB648027-216B-425C-AFD1-46FEABBC7CF3}" dt="2026-09-02T15:58:25.050" v="1251" actId="113"/>
          <ac:spMkLst>
            <pc:docMk/>
            <pc:sldMk cId="2121178069" sldId="266"/>
            <ac:spMk id="6" creationId="{0FE22F9B-4BF8-41DC-8F1C-836B546E59AD}"/>
          </ac:spMkLst>
        </pc:spChg>
        <pc:spChg chg="del mod">
          <ac:chgData name="ALIYA SHAIKH" userId="58c65951c58cd686" providerId="LiveId" clId="{DB648027-216B-425C-AFD1-46FEABBC7CF3}" dt="2026-09-01T15:38:06.942" v="506"/>
          <ac:spMkLst>
            <pc:docMk/>
            <pc:sldMk cId="2121178069" sldId="266"/>
            <ac:spMk id="7" creationId="{6B35F89A-6CDF-41F7-BD87-18B45BD7330B}"/>
          </ac:spMkLst>
        </pc:spChg>
        <pc:spChg chg="del mod">
          <ac:chgData name="ALIYA SHAIKH" userId="58c65951c58cd686" providerId="LiveId" clId="{DB648027-216B-425C-AFD1-46FEABBC7CF3}" dt="2026-09-01T15:41:30.544" v="531" actId="931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ALIYA SHAIKH" userId="58c65951c58cd686" providerId="LiveId" clId="{DB648027-216B-425C-AFD1-46FEABBC7CF3}" dt="2026-09-01T15:42:10.399" v="537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ALIYA SHAIKH" userId="58c65951c58cd686" providerId="LiveId" clId="{DB648027-216B-425C-AFD1-46FEABBC7CF3}" dt="2026-09-01T15:42:06.395" v="536" actId="478"/>
          <ac:spMkLst>
            <pc:docMk/>
            <pc:sldMk cId="2121178069" sldId="266"/>
            <ac:spMk id="10" creationId="{D2186069-FC8E-433D-9BB4-942220CE8CFB}"/>
          </ac:spMkLst>
        </pc:spChg>
        <pc:graphicFrameChg chg="add mod modGraphic">
          <ac:chgData name="ALIYA SHAIKH" userId="58c65951c58cd686" providerId="LiveId" clId="{DB648027-216B-425C-AFD1-46FEABBC7CF3}" dt="2026-09-01T15:38:44.536" v="510" actId="2711"/>
          <ac:graphicFrameMkLst>
            <pc:docMk/>
            <pc:sldMk cId="2121178069" sldId="266"/>
            <ac:graphicFrameMk id="12" creationId="{59F80915-AAC7-1710-149C-E7639F15DF27}"/>
          </ac:graphicFrameMkLst>
        </pc:graphicFrameChg>
        <pc:picChg chg="add mod ord">
          <ac:chgData name="ALIYA SHAIKH" userId="58c65951c58cd686" providerId="LiveId" clId="{DB648027-216B-425C-AFD1-46FEABBC7CF3}" dt="2026-09-02T15:58:32.920" v="1252" actId="1440"/>
          <ac:picMkLst>
            <pc:docMk/>
            <pc:sldMk cId="2121178069" sldId="266"/>
            <ac:picMk id="14" creationId="{D1F1EF92-06DF-D207-88E3-DE4334E06277}"/>
          </ac:picMkLst>
        </pc:picChg>
      </pc:sldChg>
      <pc:sldChg chg="addSp delSp modSp mod ord modTransition">
        <pc:chgData name="ALIYA SHAIKH" userId="58c65951c58cd686" providerId="LiveId" clId="{DB648027-216B-425C-AFD1-46FEABBC7CF3}" dt="2026-09-02T16:02:15.313" v="1275"/>
        <pc:sldMkLst>
          <pc:docMk/>
          <pc:sldMk cId="4151694508" sldId="268"/>
        </pc:sldMkLst>
        <pc:spChg chg="add del mod">
          <ac:chgData name="ALIYA SHAIKH" userId="58c65951c58cd686" providerId="LiveId" clId="{DB648027-216B-425C-AFD1-46FEABBC7CF3}" dt="2026-09-01T15:30:00.288" v="426"/>
          <ac:spMkLst>
            <pc:docMk/>
            <pc:sldMk cId="4151694508" sldId="268"/>
            <ac:spMk id="2" creationId="{CB8C9B0C-C168-2D4D-F2FD-9492CCDA6950}"/>
          </ac:spMkLst>
        </pc:spChg>
        <pc:spChg chg="mod">
          <ac:chgData name="ALIYA SHAIKH" userId="58c65951c58cd686" providerId="LiveId" clId="{DB648027-216B-425C-AFD1-46FEABBC7CF3}" dt="2026-09-02T15:59:10.253" v="1254" actId="113"/>
          <ac:spMkLst>
            <pc:docMk/>
            <pc:sldMk cId="4151694508" sldId="268"/>
            <ac:spMk id="4" creationId="{FAD2AE59-5630-4D5C-83A9-4CDEF4D7DCFB}"/>
          </ac:spMkLst>
        </pc:spChg>
        <pc:spChg chg="mod">
          <ac:chgData name="ALIYA SHAIKH" userId="58c65951c58cd686" providerId="LiveId" clId="{DB648027-216B-425C-AFD1-46FEABBC7CF3}" dt="2026-09-02T15:59:14.548" v="1255" actId="113"/>
          <ac:spMkLst>
            <pc:docMk/>
            <pc:sldMk cId="4151694508" sldId="268"/>
            <ac:spMk id="5" creationId="{F8657664-A458-4DDD-ACC2-1D87FCD6FCA9}"/>
          </ac:spMkLst>
        </pc:spChg>
        <pc:spChg chg="mod">
          <ac:chgData name="ALIYA SHAIKH" userId="58c65951c58cd686" providerId="LiveId" clId="{DB648027-216B-425C-AFD1-46FEABBC7CF3}" dt="2026-09-01T15:36:16.610" v="494" actId="2711"/>
          <ac:spMkLst>
            <pc:docMk/>
            <pc:sldMk cId="4151694508" sldId="268"/>
            <ac:spMk id="6" creationId="{5A6B31B0-7B84-475D-961F-09C0191F91A2}"/>
          </ac:spMkLst>
        </pc:spChg>
        <pc:spChg chg="mod">
          <ac:chgData name="ALIYA SHAIKH" userId="58c65951c58cd686" providerId="LiveId" clId="{DB648027-216B-425C-AFD1-46FEABBC7CF3}" dt="2026-09-01T15:36:01.193" v="492" actId="1076"/>
          <ac:spMkLst>
            <pc:docMk/>
            <pc:sldMk cId="4151694508" sldId="268"/>
            <ac:spMk id="7" creationId="{578017FE-712E-4E95-B483-B700F1AA4B2A}"/>
          </ac:spMkLst>
        </pc:spChg>
        <pc:spChg chg="add del mod">
          <ac:chgData name="ALIYA SHAIKH" userId="58c65951c58cd686" providerId="LiveId" clId="{DB648027-216B-425C-AFD1-46FEABBC7CF3}" dt="2026-09-01T15:36:38.845" v="498"/>
          <ac:spMkLst>
            <pc:docMk/>
            <pc:sldMk cId="4151694508" sldId="268"/>
            <ac:spMk id="9" creationId="{A70ED60B-B489-9165-92BE-2273A9E0EE06}"/>
          </ac:spMkLst>
        </pc:spChg>
        <pc:spChg chg="del mod">
          <ac:chgData name="ALIYA SHAIKH" userId="58c65951c58cd686" providerId="LiveId" clId="{DB648027-216B-425C-AFD1-46FEABBC7CF3}" dt="2026-09-01T15:34:51.930" v="487" actId="931"/>
          <ac:spMkLst>
            <pc:docMk/>
            <pc:sldMk cId="4151694508" sldId="268"/>
            <ac:spMk id="11" creationId="{D0E0ACA0-9139-4C37-920D-BF3C1FF461C1}"/>
          </ac:spMkLst>
        </pc:spChg>
        <pc:picChg chg="add mod ord">
          <ac:chgData name="ALIYA SHAIKH" userId="58c65951c58cd686" providerId="LiveId" clId="{DB648027-216B-425C-AFD1-46FEABBC7CF3}" dt="2026-09-02T15:59:03.121" v="1253" actId="1440"/>
          <ac:picMkLst>
            <pc:docMk/>
            <pc:sldMk cId="4151694508" sldId="268"/>
            <ac:picMk id="8" creationId="{3B5761F2-342D-3EE1-66F2-5A04AC9FF307}"/>
          </ac:picMkLst>
        </pc:picChg>
      </pc:sldChg>
      <pc:sldChg chg="addSp delSp modSp mod ord modTransition">
        <pc:chgData name="ALIYA SHAIKH" userId="58c65951c58cd686" providerId="LiveId" clId="{DB648027-216B-425C-AFD1-46FEABBC7CF3}" dt="2026-09-02T16:02:15.313" v="1275"/>
        <pc:sldMkLst>
          <pc:docMk/>
          <pc:sldMk cId="1472106130" sldId="270"/>
        </pc:sldMkLst>
        <pc:spChg chg="mod">
          <ac:chgData name="ALIYA SHAIKH" userId="58c65951c58cd686" providerId="LiveId" clId="{DB648027-216B-425C-AFD1-46FEABBC7CF3}" dt="2026-09-02T15:28:11.576" v="1015" actId="1076"/>
          <ac:spMkLst>
            <pc:docMk/>
            <pc:sldMk cId="1472106130" sldId="270"/>
            <ac:spMk id="2" creationId="{39605AF1-623C-4E09-AB5D-8DD0571489F6}"/>
          </ac:spMkLst>
        </pc:spChg>
        <pc:spChg chg="mod">
          <ac:chgData name="ALIYA SHAIKH" userId="58c65951c58cd686" providerId="LiveId" clId="{DB648027-216B-425C-AFD1-46FEABBC7CF3}" dt="2026-09-02T15:29:57.138" v="1019" actId="1076"/>
          <ac:spMkLst>
            <pc:docMk/>
            <pc:sldMk cId="1472106130" sldId="270"/>
            <ac:spMk id="3" creationId="{9B1DDDEF-20C4-4F65-BAC9-0A763DF7E02B}"/>
          </ac:spMkLst>
        </pc:spChg>
        <pc:spChg chg="add del mod">
          <ac:chgData name="ALIYA SHAIKH" userId="58c65951c58cd686" providerId="LiveId" clId="{DB648027-216B-425C-AFD1-46FEABBC7CF3}" dt="2026-09-02T15:12:28.580" v="581"/>
          <ac:spMkLst>
            <pc:docMk/>
            <pc:sldMk cId="1472106130" sldId="270"/>
            <ac:spMk id="7" creationId="{B373289C-CB2C-F3A4-1363-8315FB2C6583}"/>
          </ac:spMkLst>
        </pc:spChg>
        <pc:spChg chg="add del mod">
          <ac:chgData name="ALIYA SHAIKH" userId="58c65951c58cd686" providerId="LiveId" clId="{DB648027-216B-425C-AFD1-46FEABBC7CF3}" dt="2026-09-02T15:13:54.388" v="689" actId="478"/>
          <ac:spMkLst>
            <pc:docMk/>
            <pc:sldMk cId="1472106130" sldId="270"/>
            <ac:spMk id="10" creationId="{43701014-F4B9-4B71-6758-A6D01A040781}"/>
          </ac:spMkLst>
        </pc:spChg>
        <pc:spChg chg="del mod">
          <ac:chgData name="ALIYA SHAIKH" userId="58c65951c58cd686" providerId="LiveId" clId="{DB648027-216B-425C-AFD1-46FEABBC7CF3}" dt="2026-09-02T15:13:18.051" v="682" actId="478"/>
          <ac:spMkLst>
            <pc:docMk/>
            <pc:sldMk cId="1472106130" sldId="270"/>
            <ac:spMk id="17" creationId="{24158E79-DA49-4521-BEC6-A7BA93C41F4C}"/>
          </ac:spMkLst>
        </pc:spChg>
        <pc:spChg chg="add del mod">
          <ac:chgData name="ALIYA SHAIKH" userId="58c65951c58cd686" providerId="LiveId" clId="{DB648027-216B-425C-AFD1-46FEABBC7CF3}" dt="2026-09-02T15:18:23.525" v="940" actId="1076"/>
          <ac:spMkLst>
            <pc:docMk/>
            <pc:sldMk cId="1472106130" sldId="270"/>
            <ac:spMk id="24" creationId="{319E41BC-4F05-4804-843A-E1846794FBF9}"/>
          </ac:spMkLst>
        </pc:spChg>
        <pc:spChg chg="mod">
          <ac:chgData name="ALIYA SHAIKH" userId="58c65951c58cd686" providerId="LiveId" clId="{DB648027-216B-425C-AFD1-46FEABBC7CF3}" dt="2026-09-02T15:18:55.046" v="943" actId="255"/>
          <ac:spMkLst>
            <pc:docMk/>
            <pc:sldMk cId="1472106130" sldId="270"/>
            <ac:spMk id="25" creationId="{23BDF8B9-53DF-46F4-98D4-053D78D610B0}"/>
          </ac:spMkLst>
        </pc:spChg>
        <pc:spChg chg="mod">
          <ac:chgData name="ALIYA SHAIKH" userId="58c65951c58cd686" providerId="LiveId" clId="{DB648027-216B-425C-AFD1-46FEABBC7CF3}" dt="2026-09-02T15:28:19.506" v="1016" actId="113"/>
          <ac:spMkLst>
            <pc:docMk/>
            <pc:sldMk cId="1472106130" sldId="270"/>
            <ac:spMk id="26" creationId="{0FD0A14C-4421-4979-AF8C-F7E649A88162}"/>
          </ac:spMkLst>
        </pc:spChg>
        <pc:spChg chg="mod">
          <ac:chgData name="ALIYA SHAIKH" userId="58c65951c58cd686" providerId="LiveId" clId="{DB648027-216B-425C-AFD1-46FEABBC7CF3}" dt="2026-09-02T15:20:49.097" v="957" actId="1076"/>
          <ac:spMkLst>
            <pc:docMk/>
            <pc:sldMk cId="1472106130" sldId="270"/>
            <ac:spMk id="27" creationId="{9C0DB469-503B-40AF-84D1-C69B085AA96F}"/>
          </ac:spMkLst>
        </pc:spChg>
        <pc:graphicFrameChg chg="add mod modGraphic">
          <ac:chgData name="ALIYA SHAIKH" userId="58c65951c58cd686" providerId="LiveId" clId="{DB648027-216B-425C-AFD1-46FEABBC7CF3}" dt="2026-09-02T15:29:51.756" v="1018" actId="1076"/>
          <ac:graphicFrameMkLst>
            <pc:docMk/>
            <pc:sldMk cId="1472106130" sldId="270"/>
            <ac:graphicFrameMk id="8" creationId="{DDCD07BE-7314-A3EF-9E2D-5F523ECB0640}"/>
          </ac:graphicFrameMkLst>
        </pc:graphicFrameChg>
        <pc:picChg chg="add mod">
          <ac:chgData name="ALIYA SHAIKH" userId="58c65951c58cd686" providerId="LiveId" clId="{DB648027-216B-425C-AFD1-46FEABBC7CF3}" dt="2026-09-02T15:28:27.824" v="1017" actId="1366"/>
          <ac:picMkLst>
            <pc:docMk/>
            <pc:sldMk cId="1472106130" sldId="270"/>
            <ac:picMk id="12" creationId="{E3B7E599-B4B9-35B7-099A-A5D321E0C84B}"/>
          </ac:picMkLst>
        </pc:picChg>
      </pc:sldChg>
      <pc:sldChg chg="addSp delSp modSp mod ord modTransition">
        <pc:chgData name="ALIYA SHAIKH" userId="58c65951c58cd686" providerId="LiveId" clId="{DB648027-216B-425C-AFD1-46FEABBC7CF3}" dt="2026-09-02T16:02:15.313" v="1275"/>
        <pc:sldMkLst>
          <pc:docMk/>
          <pc:sldMk cId="920173932" sldId="275"/>
        </pc:sldMkLst>
        <pc:spChg chg="mod">
          <ac:chgData name="ALIYA SHAIKH" userId="58c65951c58cd686" providerId="LiveId" clId="{DB648027-216B-425C-AFD1-46FEABBC7CF3}" dt="2026-09-02T15:36:50.153" v="1066" actId="14100"/>
          <ac:spMkLst>
            <pc:docMk/>
            <pc:sldMk cId="920173932" sldId="275"/>
            <ac:spMk id="2" creationId="{38FFA191-5CCC-43CB-BD83-4F80ED362608}"/>
          </ac:spMkLst>
        </pc:spChg>
        <pc:spChg chg="mod">
          <ac:chgData name="ALIYA SHAIKH" userId="58c65951c58cd686" providerId="LiveId" clId="{DB648027-216B-425C-AFD1-46FEABBC7CF3}" dt="2026-09-02T15:37:11.748" v="1069" actId="1076"/>
          <ac:spMkLst>
            <pc:docMk/>
            <pc:sldMk cId="920173932" sldId="275"/>
            <ac:spMk id="3" creationId="{E14BBEAF-B516-45F4-9EF6-A9F65111580F}"/>
          </ac:spMkLst>
        </pc:spChg>
        <pc:spChg chg="del mod">
          <ac:chgData name="ALIYA SHAIKH" userId="58c65951c58cd686" providerId="LiveId" clId="{DB648027-216B-425C-AFD1-46FEABBC7CF3}" dt="2026-09-02T15:35:12.575" v="1058" actId="478"/>
          <ac:spMkLst>
            <pc:docMk/>
            <pc:sldMk cId="920173932" sldId="275"/>
            <ac:spMk id="4" creationId="{13F8C8B5-F6EC-489B-BD0F-CD89A73CAB3A}"/>
          </ac:spMkLst>
        </pc:spChg>
        <pc:spChg chg="del">
          <ac:chgData name="ALIYA SHAIKH" userId="58c65951c58cd686" providerId="LiveId" clId="{DB648027-216B-425C-AFD1-46FEABBC7CF3}" dt="2026-09-02T15:35:16.407" v="1059" actId="478"/>
          <ac:spMkLst>
            <pc:docMk/>
            <pc:sldMk cId="920173932" sldId="275"/>
            <ac:spMk id="5" creationId="{11AEA823-8519-4F9D-81FA-3673131076FC}"/>
          </ac:spMkLst>
        </pc:spChg>
        <pc:spChg chg="add mod">
          <ac:chgData name="ALIYA SHAIKH" userId="58c65951c58cd686" providerId="LiveId" clId="{DB648027-216B-425C-AFD1-46FEABBC7CF3}" dt="2026-09-02T15:37:06.201" v="1068" actId="1076"/>
          <ac:spMkLst>
            <pc:docMk/>
            <pc:sldMk cId="920173932" sldId="275"/>
            <ac:spMk id="7" creationId="{44700C85-DE29-8AE3-D80D-B991B36D0554}"/>
          </ac:spMkLst>
        </pc:spChg>
        <pc:graphicFrameChg chg="add mod modGraphic">
          <ac:chgData name="ALIYA SHAIKH" userId="58c65951c58cd686" providerId="LiveId" clId="{DB648027-216B-425C-AFD1-46FEABBC7CF3}" dt="2026-09-02T15:37:00.734" v="1067" actId="1076"/>
          <ac:graphicFrameMkLst>
            <pc:docMk/>
            <pc:sldMk cId="920173932" sldId="275"/>
            <ac:graphicFrameMk id="8" creationId="{0C51D19E-3466-5528-9907-03F05EE75DD5}"/>
          </ac:graphicFrameMkLst>
        </pc:graphicFrameChg>
      </pc:sldChg>
      <pc:sldChg chg="delSp modSp mod modTransition">
        <pc:chgData name="ALIYA SHAIKH" userId="58c65951c58cd686" providerId="LiveId" clId="{DB648027-216B-425C-AFD1-46FEABBC7CF3}" dt="2026-09-02T16:02:15.313" v="1275"/>
        <pc:sldMkLst>
          <pc:docMk/>
          <pc:sldMk cId="2436493926" sldId="276"/>
        </pc:sldMkLst>
        <pc:spChg chg="mod">
          <ac:chgData name="ALIYA SHAIKH" userId="58c65951c58cd686" providerId="LiveId" clId="{DB648027-216B-425C-AFD1-46FEABBC7CF3}" dt="2026-09-02T15:55:13.529" v="1228" actId="2711"/>
          <ac:spMkLst>
            <pc:docMk/>
            <pc:sldMk cId="2436493926" sldId="276"/>
            <ac:spMk id="2" creationId="{BCCAEE93-8585-46D4-A7EC-F184E317CB2E}"/>
          </ac:spMkLst>
        </pc:spChg>
        <pc:spChg chg="del mod">
          <ac:chgData name="ALIYA SHAIKH" userId="58c65951c58cd686" providerId="LiveId" clId="{DB648027-216B-425C-AFD1-46FEABBC7CF3}" dt="2026-09-02T15:55:08.399" v="1227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ALIYA SHAIKH" userId="58c65951c58cd686" providerId="LiveId" clId="{DB648027-216B-425C-AFD1-46FEABBC7CF3}" dt="2026-09-02T15:55:19.964" v="1229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ALIYA SHAIKH" userId="58c65951c58cd686" providerId="LiveId" clId="{DB648027-216B-425C-AFD1-46FEABBC7CF3}" dt="2026-09-02T15:55:23.776" v="1230" actId="478"/>
          <ac:spMkLst>
            <pc:docMk/>
            <pc:sldMk cId="2436493926" sldId="276"/>
            <ac:spMk id="5" creationId="{0DFADE42-1A3F-40C8-A071-E57644F3D843}"/>
          </ac:spMkLst>
        </pc:spChg>
      </pc:sldChg>
      <pc:sldChg chg="modSp mod modTransition">
        <pc:chgData name="ALIYA SHAIKH" userId="58c65951c58cd686" providerId="LiveId" clId="{DB648027-216B-425C-AFD1-46FEABBC7CF3}" dt="2026-09-02T16:02:15.313" v="1275"/>
        <pc:sldMkLst>
          <pc:docMk/>
          <pc:sldMk cId="2243494996" sldId="277"/>
        </pc:sldMkLst>
        <pc:spChg chg="mod">
          <ac:chgData name="ALIYA SHAIKH" userId="58c65951c58cd686" providerId="LiveId" clId="{DB648027-216B-425C-AFD1-46FEABBC7CF3}" dt="2026-09-02T16:00:28.596" v="1268" actId="27636"/>
          <ac:spMkLst>
            <pc:docMk/>
            <pc:sldMk cId="2243494996" sldId="277"/>
            <ac:spMk id="2" creationId="{6719F29B-F233-48AF-8261-F33A4E079E3E}"/>
          </ac:spMkLst>
        </pc:spChg>
      </pc:sldChg>
      <pc:sldChg chg="addSp delSp modSp mod ord modTransition">
        <pc:chgData name="ALIYA SHAIKH" userId="58c65951c58cd686" providerId="LiveId" clId="{DB648027-216B-425C-AFD1-46FEABBC7CF3}" dt="2026-09-02T16:02:15.313" v="1275"/>
        <pc:sldMkLst>
          <pc:docMk/>
          <pc:sldMk cId="2069393026" sldId="278"/>
        </pc:sldMkLst>
        <pc:spChg chg="mod">
          <ac:chgData name="ALIYA SHAIKH" userId="58c65951c58cd686" providerId="LiveId" clId="{DB648027-216B-425C-AFD1-46FEABBC7CF3}" dt="2026-09-02T15:59:22.314" v="1256" actId="113"/>
          <ac:spMkLst>
            <pc:docMk/>
            <pc:sldMk cId="2069393026" sldId="278"/>
            <ac:spMk id="2" creationId="{8A4E0A63-A388-49B1-A04E-27CE9BD622EF}"/>
          </ac:spMkLst>
        </pc:spChg>
        <pc:spChg chg="del">
          <ac:chgData name="ALIYA SHAIKH" userId="58c65951c58cd686" providerId="LiveId" clId="{DB648027-216B-425C-AFD1-46FEABBC7CF3}" dt="2026-09-01T15:25:53.903" v="394" actId="478"/>
          <ac:spMkLst>
            <pc:docMk/>
            <pc:sldMk cId="2069393026" sldId="278"/>
            <ac:spMk id="3" creationId="{005C44B1-BA82-483C-BD91-F89067442F9E}"/>
          </ac:spMkLst>
        </pc:spChg>
        <pc:spChg chg="del">
          <ac:chgData name="ALIYA SHAIKH" userId="58c65951c58cd686" providerId="LiveId" clId="{DB648027-216B-425C-AFD1-46FEABBC7CF3}" dt="2026-09-01T15:24:59.054" v="385" actId="478"/>
          <ac:spMkLst>
            <pc:docMk/>
            <pc:sldMk cId="2069393026" sldId="278"/>
            <ac:spMk id="5" creationId="{06E82690-B145-4D4F-B2D1-0B2A8C50FD71}"/>
          </ac:spMkLst>
        </pc:spChg>
        <pc:spChg chg="mod">
          <ac:chgData name="ALIYA SHAIKH" userId="58c65951c58cd686" providerId="LiveId" clId="{DB648027-216B-425C-AFD1-46FEABBC7CF3}" dt="2026-09-01T15:25:42.680" v="392" actId="14100"/>
          <ac:spMkLst>
            <pc:docMk/>
            <pc:sldMk cId="2069393026" sldId="278"/>
            <ac:spMk id="6" creationId="{7640DF9D-0C9E-4C5D-9635-6B4DE10CCEE5}"/>
          </ac:spMkLst>
        </pc:spChg>
        <pc:spChg chg="del mod">
          <ac:chgData name="ALIYA SHAIKH" userId="58c65951c58cd686" providerId="LiveId" clId="{DB648027-216B-425C-AFD1-46FEABBC7CF3}" dt="2026-09-01T15:24:29.533" v="375" actId="478"/>
          <ac:spMkLst>
            <pc:docMk/>
            <pc:sldMk cId="2069393026" sldId="278"/>
            <ac:spMk id="7" creationId="{40297407-CE4E-4284-879D-AEC395713625}"/>
          </ac:spMkLst>
        </pc:spChg>
        <pc:spChg chg="del">
          <ac:chgData name="ALIYA SHAIKH" userId="58c65951c58cd686" providerId="LiveId" clId="{DB648027-216B-425C-AFD1-46FEABBC7CF3}" dt="2026-09-01T15:24:42.334" v="377" actId="478"/>
          <ac:spMkLst>
            <pc:docMk/>
            <pc:sldMk cId="2069393026" sldId="278"/>
            <ac:spMk id="8" creationId="{F5C3A7BE-F7FC-4942-A31A-491A8A806103}"/>
          </ac:spMkLst>
        </pc:spChg>
        <pc:spChg chg="del">
          <ac:chgData name="ALIYA SHAIKH" userId="58c65951c58cd686" providerId="LiveId" clId="{DB648027-216B-425C-AFD1-46FEABBC7CF3}" dt="2026-09-01T15:24:47.430" v="380" actId="478"/>
          <ac:spMkLst>
            <pc:docMk/>
            <pc:sldMk cId="2069393026" sldId="278"/>
            <ac:spMk id="9" creationId="{95CCE699-03D1-4642-B46A-B14EF17DA183}"/>
          </ac:spMkLst>
        </pc:spChg>
        <pc:spChg chg="del">
          <ac:chgData name="ALIYA SHAIKH" userId="58c65951c58cd686" providerId="LiveId" clId="{DB648027-216B-425C-AFD1-46FEABBC7CF3}" dt="2026-09-01T15:24:52.927" v="382" actId="478"/>
          <ac:spMkLst>
            <pc:docMk/>
            <pc:sldMk cId="2069393026" sldId="278"/>
            <ac:spMk id="10" creationId="{BC1DF189-6F2F-4C21-88CC-C82D3D0D147B}"/>
          </ac:spMkLst>
        </pc:spChg>
        <pc:spChg chg="add del mod">
          <ac:chgData name="ALIYA SHAIKH" userId="58c65951c58cd686" providerId="LiveId" clId="{DB648027-216B-425C-AFD1-46FEABBC7CF3}" dt="2026-09-01T15:23:39.298" v="345"/>
          <ac:spMkLst>
            <pc:docMk/>
            <pc:sldMk cId="2069393026" sldId="278"/>
            <ac:spMk id="11" creationId="{66DBDE8E-AE2E-FC23-E2A7-0AF804AFBE90}"/>
          </ac:spMkLst>
        </pc:spChg>
        <pc:spChg chg="add del mod">
          <ac:chgData name="ALIYA SHAIKH" userId="58c65951c58cd686" providerId="LiveId" clId="{DB648027-216B-425C-AFD1-46FEABBC7CF3}" dt="2026-09-01T15:24:36.677" v="376" actId="478"/>
          <ac:spMkLst>
            <pc:docMk/>
            <pc:sldMk cId="2069393026" sldId="278"/>
            <ac:spMk id="13" creationId="{67CA46E1-E72E-3D11-63C5-EFACD5FCC447}"/>
          </ac:spMkLst>
        </pc:spChg>
        <pc:spChg chg="add del mod">
          <ac:chgData name="ALIYA SHAIKH" userId="58c65951c58cd686" providerId="LiveId" clId="{DB648027-216B-425C-AFD1-46FEABBC7CF3}" dt="2026-09-01T15:24:44.342" v="379" actId="478"/>
          <ac:spMkLst>
            <pc:docMk/>
            <pc:sldMk cId="2069393026" sldId="278"/>
            <ac:spMk id="15" creationId="{FAB25CDF-84A4-DAFC-70C6-23D24A30D08E}"/>
          </ac:spMkLst>
        </pc:spChg>
        <pc:spChg chg="add del mod">
          <ac:chgData name="ALIYA SHAIKH" userId="58c65951c58cd686" providerId="LiveId" clId="{DB648027-216B-425C-AFD1-46FEABBC7CF3}" dt="2026-09-01T15:24:48.946" v="381" actId="478"/>
          <ac:spMkLst>
            <pc:docMk/>
            <pc:sldMk cId="2069393026" sldId="278"/>
            <ac:spMk id="17" creationId="{FF1A5823-A314-D8BC-0F82-9B054D4DE76E}"/>
          </ac:spMkLst>
        </pc:spChg>
        <pc:spChg chg="add del mod">
          <ac:chgData name="ALIYA SHAIKH" userId="58c65951c58cd686" providerId="LiveId" clId="{DB648027-216B-425C-AFD1-46FEABBC7CF3}" dt="2026-09-01T15:24:55.742" v="384" actId="478"/>
          <ac:spMkLst>
            <pc:docMk/>
            <pc:sldMk cId="2069393026" sldId="278"/>
            <ac:spMk id="19" creationId="{96ABAF0E-955B-910E-B634-07462EDC6DE4}"/>
          </ac:spMkLst>
        </pc:spChg>
        <pc:spChg chg="add del mod">
          <ac:chgData name="ALIYA SHAIKH" userId="58c65951c58cd686" providerId="LiveId" clId="{DB648027-216B-425C-AFD1-46FEABBC7CF3}" dt="2026-09-01T15:25:00.948" v="386" actId="478"/>
          <ac:spMkLst>
            <pc:docMk/>
            <pc:sldMk cId="2069393026" sldId="278"/>
            <ac:spMk id="21" creationId="{4D467BAA-AB51-DC6D-4345-97B8AA223CAE}"/>
          </ac:spMkLst>
        </pc:spChg>
        <pc:spChg chg="add mod">
          <ac:chgData name="ALIYA SHAIKH" userId="58c65951c58cd686" providerId="LiveId" clId="{DB648027-216B-425C-AFD1-46FEABBC7CF3}" dt="2026-09-01T15:26:30.534" v="399" actId="1076"/>
          <ac:spMkLst>
            <pc:docMk/>
            <pc:sldMk cId="2069393026" sldId="278"/>
            <ac:spMk id="22" creationId="{727A2456-4B75-86AC-D4B8-4AA7D099FBAA}"/>
          </ac:spMkLst>
        </pc:spChg>
        <pc:spChg chg="del">
          <ac:chgData name="ALIYA SHAIKH" userId="58c65951c58cd686" providerId="LiveId" clId="{DB648027-216B-425C-AFD1-46FEABBC7CF3}" dt="2026-09-01T15:25:50.718" v="393" actId="478"/>
          <ac:spMkLst>
            <pc:docMk/>
            <pc:sldMk cId="2069393026" sldId="278"/>
            <ac:spMk id="32" creationId="{D5DB19F8-B538-4965-BA90-ED372B99F5DC}"/>
          </ac:spMkLst>
        </pc:spChg>
      </pc:sldChg>
      <pc:sldChg chg="addSp delSp modSp del mod">
        <pc:chgData name="ALIYA SHAIKH" userId="58c65951c58cd686" providerId="LiveId" clId="{DB648027-216B-425C-AFD1-46FEABBC7CF3}" dt="2026-09-02T15:38:07.428" v="1073" actId="2696"/>
        <pc:sldMkLst>
          <pc:docMk/>
          <pc:sldMk cId="1417396711" sldId="280"/>
        </pc:sldMkLst>
        <pc:spChg chg="add del mod">
          <ac:chgData name="ALIYA SHAIKH" userId="58c65951c58cd686" providerId="LiveId" clId="{DB648027-216B-425C-AFD1-46FEABBC7CF3}" dt="2026-09-02T15:38:01.623" v="1072"/>
          <ac:spMkLst>
            <pc:docMk/>
            <pc:sldMk cId="1417396711" sldId="280"/>
            <ac:spMk id="9" creationId="{6AE86E85-D645-A1FB-C515-320B91C6179E}"/>
          </ac:spMkLst>
        </pc:spChg>
      </pc:sldChg>
      <pc:sldChg chg="del">
        <pc:chgData name="ALIYA SHAIKH" userId="58c65951c58cd686" providerId="LiveId" clId="{DB648027-216B-425C-AFD1-46FEABBC7CF3}" dt="2026-09-02T15:54:43.933" v="1210" actId="2696"/>
        <pc:sldMkLst>
          <pc:docMk/>
          <pc:sldMk cId="3477453048" sldId="282"/>
        </pc:sldMkLst>
      </pc:sldChg>
      <pc:sldChg chg="addSp delSp modSp mod modTransition">
        <pc:chgData name="ALIYA SHAIKH" userId="58c65951c58cd686" providerId="LiveId" clId="{DB648027-216B-425C-AFD1-46FEABBC7CF3}" dt="2026-09-02T16:02:15.313" v="1275"/>
        <pc:sldMkLst>
          <pc:docMk/>
          <pc:sldMk cId="3396266754" sldId="283"/>
        </pc:sldMkLst>
        <pc:spChg chg="del">
          <ac:chgData name="ALIYA SHAIKH" userId="58c65951c58cd686" providerId="LiveId" clId="{DB648027-216B-425C-AFD1-46FEABBC7CF3}" dt="2026-09-02T15:45:31.987" v="1160" actId="478"/>
          <ac:spMkLst>
            <pc:docMk/>
            <pc:sldMk cId="3396266754" sldId="283"/>
            <ac:spMk id="3" creationId="{1833164A-09D8-4E05-899E-C830A562A446}"/>
          </ac:spMkLst>
        </pc:spChg>
        <pc:spChg chg="del">
          <ac:chgData name="ALIYA SHAIKH" userId="58c65951c58cd686" providerId="LiveId" clId="{DB648027-216B-425C-AFD1-46FEABBC7CF3}" dt="2026-09-02T15:45:31.987" v="1160" actId="478"/>
          <ac:spMkLst>
            <pc:docMk/>
            <pc:sldMk cId="3396266754" sldId="283"/>
            <ac:spMk id="5" creationId="{2E1923C7-5010-4C4F-A932-4BDA0B62A7C0}"/>
          </ac:spMkLst>
        </pc:spChg>
        <pc:spChg chg="add mod">
          <ac:chgData name="ALIYA SHAIKH" userId="58c65951c58cd686" providerId="LiveId" clId="{DB648027-216B-425C-AFD1-46FEABBC7CF3}" dt="2026-09-02T15:45:14.449" v="1157" actId="478"/>
          <ac:spMkLst>
            <pc:docMk/>
            <pc:sldMk cId="3396266754" sldId="283"/>
            <ac:spMk id="7" creationId="{91E7C9B5-B002-E35A-21BB-A9A5B587E8FE}"/>
          </ac:spMkLst>
        </pc:spChg>
        <pc:spChg chg="add del mod">
          <ac:chgData name="ALIYA SHAIKH" userId="58c65951c58cd686" providerId="LiveId" clId="{DB648027-216B-425C-AFD1-46FEABBC7CF3}" dt="2026-09-02T15:45:26.871" v="1159" actId="478"/>
          <ac:spMkLst>
            <pc:docMk/>
            <pc:sldMk cId="3396266754" sldId="283"/>
            <ac:spMk id="9" creationId="{E9AA11D7-8928-C3BC-25C8-DCF96B0245CC}"/>
          </ac:spMkLst>
        </pc:spChg>
        <pc:spChg chg="add del mod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15" creationId="{61071253-1072-FFB2-01EF-10CB6AC9F341}"/>
          </ac:spMkLst>
        </pc:spChg>
        <pc:spChg chg="add del mod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19" creationId="{23AA04E9-DEB9-E0C6-86CD-153814D7B385}"/>
          </ac:spMkLst>
        </pc:spChg>
        <pc:spChg chg="add del mod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23" creationId="{D0255F16-DB12-5604-847B-E67B9ACD0800}"/>
          </ac:spMkLst>
        </pc:spChg>
        <pc:spChg chg="add del mod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27" creationId="{3336C94C-EC85-12DF-CC02-06762ADA54D6}"/>
          </ac:spMkLst>
        </pc:spChg>
        <pc:spChg chg="add del mod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31" creationId="{E8A8C9CE-6953-6F9E-F214-FBCBCE1F0707}"/>
          </ac:spMkLst>
        </pc:spChg>
        <pc:spChg chg="del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33" creationId="{6EB252B4-B461-3979-83ED-C9536BB29C2E}"/>
          </ac:spMkLst>
        </pc:spChg>
        <pc:spChg chg="del">
          <ac:chgData name="ALIYA SHAIKH" userId="58c65951c58cd686" providerId="LiveId" clId="{DB648027-216B-425C-AFD1-46FEABBC7CF3}" dt="2026-09-02T15:45:14.449" v="1157" actId="478"/>
          <ac:spMkLst>
            <pc:docMk/>
            <pc:sldMk cId="3396266754" sldId="283"/>
            <ac:spMk id="36" creationId="{23BA8AAF-B08B-441B-AAF3-590A568329BF}"/>
          </ac:spMkLst>
        </pc:spChg>
        <pc:spChg chg="del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39" creationId="{23379B1D-62BF-52B9-82E3-F338C55CF5B6}"/>
          </ac:spMkLst>
        </pc:spChg>
        <pc:spChg chg="add mod">
          <ac:chgData name="ALIYA SHAIKH" userId="58c65951c58cd686" providerId="LiveId" clId="{DB648027-216B-425C-AFD1-46FEABBC7CF3}" dt="2026-09-02T15:45:31.987" v="1160" actId="478"/>
          <ac:spMkLst>
            <pc:docMk/>
            <pc:sldMk cId="3396266754" sldId="283"/>
            <ac:spMk id="44" creationId="{4037A3FB-B055-E3CE-FE79-12CF56EBF91F}"/>
          </ac:spMkLst>
        </pc:spChg>
        <pc:spChg chg="del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47" creationId="{63A0B767-37F2-EE06-31C0-DDA9D50CD144}"/>
          </ac:spMkLst>
        </pc:spChg>
        <pc:spChg chg="del">
          <ac:chgData name="ALIYA SHAIKH" userId="58c65951c58cd686" providerId="LiveId" clId="{DB648027-216B-425C-AFD1-46FEABBC7CF3}" dt="2026-09-02T15:45:31.987" v="1160" actId="478"/>
          <ac:spMkLst>
            <pc:docMk/>
            <pc:sldMk cId="3396266754" sldId="283"/>
            <ac:spMk id="51" creationId="{C1C77C5B-2A5F-4999-A5BF-F60EA88DE493}"/>
          </ac:spMkLst>
        </pc:spChg>
        <pc:spChg chg="add del mod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59" creationId="{A36BECBB-5EBC-C08E-5719-36FF2FFB17F5}"/>
          </ac:spMkLst>
        </pc:spChg>
        <pc:spChg chg="del">
          <ac:chgData name="ALIYA SHAIKH" userId="58c65951c58cd686" providerId="LiveId" clId="{DB648027-216B-425C-AFD1-46FEABBC7CF3}" dt="2026-09-02T15:45:34.275" v="1161" actId="478"/>
          <ac:spMkLst>
            <pc:docMk/>
            <pc:sldMk cId="3396266754" sldId="283"/>
            <ac:spMk id="68" creationId="{1E639FCA-9502-3E0A-5588-201889D0CFF6}"/>
          </ac:spMkLst>
        </pc:spChg>
        <pc:spChg chg="add mod">
          <ac:chgData name="ALIYA SHAIKH" userId="58c65951c58cd686" providerId="LiveId" clId="{DB648027-216B-425C-AFD1-46FEABBC7CF3}" dt="2026-09-02T15:48:24.938" v="1174" actId="255"/>
          <ac:spMkLst>
            <pc:docMk/>
            <pc:sldMk cId="3396266754" sldId="283"/>
            <ac:spMk id="79" creationId="{3782899C-8BAE-F079-8B5C-B317DF6AFA98}"/>
          </ac:spMkLst>
        </pc:spChg>
        <pc:spChg chg="add mod">
          <ac:chgData name="ALIYA SHAIKH" userId="58c65951c58cd686" providerId="LiveId" clId="{DB648027-216B-425C-AFD1-46FEABBC7CF3}" dt="2026-09-02T15:48:14.404" v="1173" actId="1076"/>
          <ac:spMkLst>
            <pc:docMk/>
            <pc:sldMk cId="3396266754" sldId="283"/>
            <ac:spMk id="80" creationId="{8CCC2343-EF3A-8B5C-F89D-13E9CB2EECAB}"/>
          </ac:spMkLst>
        </pc:spChg>
        <pc:spChg chg="add mod">
          <ac:chgData name="ALIYA SHAIKH" userId="58c65951c58cd686" providerId="LiveId" clId="{DB648027-216B-425C-AFD1-46FEABBC7CF3}" dt="2026-09-02T15:49:31.819" v="1183" actId="5793"/>
          <ac:spMkLst>
            <pc:docMk/>
            <pc:sldMk cId="3396266754" sldId="283"/>
            <ac:spMk id="82" creationId="{A317572A-D0E1-3B41-B11F-B1B3CFA926A8}"/>
          </ac:spMkLst>
        </pc:spChg>
        <pc:spChg chg="add mod">
          <ac:chgData name="ALIYA SHAIKH" userId="58c65951c58cd686" providerId="LiveId" clId="{DB648027-216B-425C-AFD1-46FEABBC7CF3}" dt="2026-09-02T15:50:58.208" v="1193" actId="1076"/>
          <ac:spMkLst>
            <pc:docMk/>
            <pc:sldMk cId="3396266754" sldId="283"/>
            <ac:spMk id="85" creationId="{235BE657-DD81-0E49-561D-BEF0C36D1BBD}"/>
          </ac:spMkLst>
        </pc:spChg>
        <pc:picChg chg="del">
          <ac:chgData name="ALIYA SHAIKH" userId="58c65951c58cd686" providerId="LiveId" clId="{DB648027-216B-425C-AFD1-46FEABBC7CF3}" dt="2026-09-02T15:45:24.297" v="1158" actId="478"/>
          <ac:picMkLst>
            <pc:docMk/>
            <pc:sldMk cId="3396266754" sldId="283"/>
            <ac:picMk id="38" creationId="{6E64DC71-C9CE-47FF-A3B6-597A9B09EC98}"/>
          </ac:picMkLst>
        </pc:picChg>
      </pc:sldChg>
      <pc:sldChg chg="addSp delSp modSp mod ord modTransition">
        <pc:chgData name="ALIYA SHAIKH" userId="58c65951c58cd686" providerId="LiveId" clId="{DB648027-216B-425C-AFD1-46FEABBC7CF3}" dt="2026-09-02T16:02:15.313" v="1275"/>
        <pc:sldMkLst>
          <pc:docMk/>
          <pc:sldMk cId="1844941827" sldId="289"/>
        </pc:sldMkLst>
        <pc:spChg chg="mod">
          <ac:chgData name="ALIYA SHAIKH" userId="58c65951c58cd686" providerId="LiveId" clId="{DB648027-216B-425C-AFD1-46FEABBC7CF3}" dt="2026-09-02T16:01:08.858" v="1272" actId="113"/>
          <ac:spMkLst>
            <pc:docMk/>
            <pc:sldMk cId="1844941827" sldId="289"/>
            <ac:spMk id="2" creationId="{75031FE9-9059-4FE8-B4AC-9771F23A1B89}"/>
          </ac:spMkLst>
        </pc:spChg>
        <pc:spChg chg="add del mod">
          <ac:chgData name="ALIYA SHAIKH" userId="58c65951c58cd686" providerId="LiveId" clId="{DB648027-216B-425C-AFD1-46FEABBC7CF3}" dt="2026-09-01T15:01:57.253" v="93" actId="255"/>
          <ac:spMkLst>
            <pc:docMk/>
            <pc:sldMk cId="1844941827" sldId="289"/>
            <ac:spMk id="3" creationId="{D4A2EB3F-4D60-451F-8F45-7D6654D2FCD9}"/>
          </ac:spMkLst>
        </pc:spChg>
        <pc:spChg chg="mod">
          <ac:chgData name="ALIYA SHAIKH" userId="58c65951c58cd686" providerId="LiveId" clId="{DB648027-216B-425C-AFD1-46FEABBC7CF3}" dt="2026-09-01T15:02:25.638" v="96" actId="2711"/>
          <ac:spMkLst>
            <pc:docMk/>
            <pc:sldMk cId="1844941827" sldId="289"/>
            <ac:spMk id="4" creationId="{AC1C80FB-53F9-42EE-B1E6-D0F998EC5DFA}"/>
          </ac:spMkLst>
        </pc:spChg>
        <pc:spChg chg="del">
          <ac:chgData name="ALIYA SHAIKH" userId="58c65951c58cd686" providerId="LiveId" clId="{DB648027-216B-425C-AFD1-46FEABBC7CF3}" dt="2026-09-01T14:57:37.016" v="57" actId="478"/>
          <ac:spMkLst>
            <pc:docMk/>
            <pc:sldMk cId="1844941827" sldId="289"/>
            <ac:spMk id="5" creationId="{E81BA2B5-6A90-4204-ABDD-7183FBB03A02}"/>
          </ac:spMkLst>
        </pc:spChg>
        <pc:spChg chg="mod">
          <ac:chgData name="ALIYA SHAIKH" userId="58c65951c58cd686" providerId="LiveId" clId="{DB648027-216B-425C-AFD1-46FEABBC7CF3}" dt="2026-09-01T15:04:11.248" v="121" actId="20577"/>
          <ac:spMkLst>
            <pc:docMk/>
            <pc:sldMk cId="1844941827" sldId="289"/>
            <ac:spMk id="6" creationId="{7E7D4C34-22A0-4D54-A07D-E1E9A11463E5}"/>
          </ac:spMkLst>
        </pc:spChg>
        <pc:spChg chg="del mod">
          <ac:chgData name="ALIYA SHAIKH" userId="58c65951c58cd686" providerId="LiveId" clId="{DB648027-216B-425C-AFD1-46FEABBC7CF3}" dt="2026-09-01T14:57:03.135" v="54" actId="478"/>
          <ac:spMkLst>
            <pc:docMk/>
            <pc:sldMk cId="1844941827" sldId="289"/>
            <ac:spMk id="7" creationId="{301D392D-FB66-47A0-B628-5ADE822A2CFF}"/>
          </ac:spMkLst>
        </pc:spChg>
        <pc:spChg chg="del">
          <ac:chgData name="ALIYA SHAIKH" userId="58c65951c58cd686" providerId="LiveId" clId="{DB648027-216B-425C-AFD1-46FEABBC7CF3}" dt="2026-09-01T14:56:56.345" v="52" actId="478"/>
          <ac:spMkLst>
            <pc:docMk/>
            <pc:sldMk cId="1844941827" sldId="289"/>
            <ac:spMk id="8" creationId="{51C26CE0-2506-4B44-A26F-C12BFA5B18B5}"/>
          </ac:spMkLst>
        </pc:spChg>
        <pc:spChg chg="del">
          <ac:chgData name="ALIYA SHAIKH" userId="58c65951c58cd686" providerId="LiveId" clId="{DB648027-216B-425C-AFD1-46FEABBC7CF3}" dt="2026-09-01T14:57:49.498" v="61" actId="478"/>
          <ac:spMkLst>
            <pc:docMk/>
            <pc:sldMk cId="1844941827" sldId="289"/>
            <ac:spMk id="9" creationId="{868F40F8-BF35-45E9-B3DD-5436362D746E}"/>
          </ac:spMkLst>
        </pc:spChg>
        <pc:spChg chg="del">
          <ac:chgData name="ALIYA SHAIKH" userId="58c65951c58cd686" providerId="LiveId" clId="{DB648027-216B-425C-AFD1-46FEABBC7CF3}" dt="2026-09-01T14:57:56.498" v="64" actId="478"/>
          <ac:spMkLst>
            <pc:docMk/>
            <pc:sldMk cId="1844941827" sldId="289"/>
            <ac:spMk id="10" creationId="{7F39C97C-2DDC-4706-B96C-B02FAE53A426}"/>
          </ac:spMkLst>
        </pc:spChg>
        <pc:spChg chg="add del mod">
          <ac:chgData name="ALIYA SHAIKH" userId="58c65951c58cd686" providerId="LiveId" clId="{DB648027-216B-425C-AFD1-46FEABBC7CF3}" dt="2026-09-01T14:54:37.991" v="30" actId="478"/>
          <ac:spMkLst>
            <pc:docMk/>
            <pc:sldMk cId="1844941827" sldId="289"/>
            <ac:spMk id="12" creationId="{DDC981F3-9094-5504-A629-734C88D8C87C}"/>
          </ac:spMkLst>
        </pc:spChg>
        <pc:spChg chg="add del mod">
          <ac:chgData name="ALIYA SHAIKH" userId="58c65951c58cd686" providerId="LiveId" clId="{DB648027-216B-425C-AFD1-46FEABBC7CF3}" dt="2026-09-01T14:56:59.017" v="53" actId="478"/>
          <ac:spMkLst>
            <pc:docMk/>
            <pc:sldMk cId="1844941827" sldId="289"/>
            <ac:spMk id="14" creationId="{153DF79B-B563-69D2-2323-753D6D661655}"/>
          </ac:spMkLst>
        </pc:spChg>
        <pc:spChg chg="add del mod">
          <ac:chgData name="ALIYA SHAIKH" userId="58c65951c58cd686" providerId="LiveId" clId="{DB648027-216B-425C-AFD1-46FEABBC7CF3}" dt="2026-09-01T14:57:07.471" v="56" actId="478"/>
          <ac:spMkLst>
            <pc:docMk/>
            <pc:sldMk cId="1844941827" sldId="289"/>
            <ac:spMk id="16" creationId="{E2E05DBB-D055-6AF1-53F2-360F6C1C9B4F}"/>
          </ac:spMkLst>
        </pc:spChg>
        <pc:spChg chg="add del mod">
          <ac:chgData name="ALIYA SHAIKH" userId="58c65951c58cd686" providerId="LiveId" clId="{DB648027-216B-425C-AFD1-46FEABBC7CF3}" dt="2026-09-01T14:57:39.480" v="59" actId="478"/>
          <ac:spMkLst>
            <pc:docMk/>
            <pc:sldMk cId="1844941827" sldId="289"/>
            <ac:spMk id="18" creationId="{2D513641-0676-0E4C-9676-BB7C59E9CE69}"/>
          </ac:spMkLst>
        </pc:spChg>
        <pc:spChg chg="del">
          <ac:chgData name="ALIYA SHAIKH" userId="58c65951c58cd686" providerId="LiveId" clId="{DB648027-216B-425C-AFD1-46FEABBC7CF3}" dt="2026-09-01T14:58:03.488" v="66" actId="478"/>
          <ac:spMkLst>
            <pc:docMk/>
            <pc:sldMk cId="1844941827" sldId="289"/>
            <ac:spMk id="20" creationId="{A74D661B-510C-4CF2-BF77-3EAFB649883D}"/>
          </ac:spMkLst>
        </pc:spChg>
        <pc:spChg chg="del mod">
          <ac:chgData name="ALIYA SHAIKH" userId="58c65951c58cd686" providerId="LiveId" clId="{DB648027-216B-425C-AFD1-46FEABBC7CF3}" dt="2026-09-01T14:58:10.321" v="68" actId="478"/>
          <ac:spMkLst>
            <pc:docMk/>
            <pc:sldMk cId="1844941827" sldId="289"/>
            <ac:spMk id="21" creationId="{7E44CAC0-3B5A-49F6-A2CB-0BC80D111A87}"/>
          </ac:spMkLst>
        </pc:spChg>
        <pc:spChg chg="add del mod">
          <ac:chgData name="ALIYA SHAIKH" userId="58c65951c58cd686" providerId="LiveId" clId="{DB648027-216B-425C-AFD1-46FEABBC7CF3}" dt="2026-09-01T14:57:52.282" v="63" actId="478"/>
          <ac:spMkLst>
            <pc:docMk/>
            <pc:sldMk cId="1844941827" sldId="289"/>
            <ac:spMk id="23" creationId="{C6F7A383-8F16-43D4-3A66-5B9768A22AB3}"/>
          </ac:spMkLst>
        </pc:spChg>
        <pc:spChg chg="add del mod">
          <ac:chgData name="ALIYA SHAIKH" userId="58c65951c58cd686" providerId="LiveId" clId="{DB648027-216B-425C-AFD1-46FEABBC7CF3}" dt="2026-09-01T14:57:59.488" v="65" actId="478"/>
          <ac:spMkLst>
            <pc:docMk/>
            <pc:sldMk cId="1844941827" sldId="289"/>
            <ac:spMk id="25" creationId="{277DBCC3-E464-F5B1-22D2-62B456484E92}"/>
          </ac:spMkLst>
        </pc:spChg>
      </pc:sldChg>
      <pc:sldChg chg="addSp delSp modSp mod modTransition">
        <pc:chgData name="ALIYA SHAIKH" userId="58c65951c58cd686" providerId="LiveId" clId="{DB648027-216B-425C-AFD1-46FEABBC7CF3}" dt="2026-09-02T16:02:15.313" v="1275"/>
        <pc:sldMkLst>
          <pc:docMk/>
          <pc:sldMk cId="1177824853" sldId="290"/>
        </pc:sldMkLst>
        <pc:spChg chg="del">
          <ac:chgData name="ALIYA SHAIKH" userId="58c65951c58cd686" providerId="LiveId" clId="{DB648027-216B-425C-AFD1-46FEABBC7CF3}" dt="2026-09-02T15:52:45.813" v="1194" actId="478"/>
          <ac:spMkLst>
            <pc:docMk/>
            <pc:sldMk cId="1177824853" sldId="290"/>
            <ac:spMk id="8" creationId="{3AD8A4DC-ECAA-4D59-BE12-EBEDDE9E2A7D}"/>
          </ac:spMkLst>
        </pc:spChg>
        <pc:spChg chg="del">
          <ac:chgData name="ALIYA SHAIKH" userId="58c65951c58cd686" providerId="LiveId" clId="{DB648027-216B-425C-AFD1-46FEABBC7CF3}" dt="2026-09-02T15:52:45.813" v="1194" actId="478"/>
          <ac:spMkLst>
            <pc:docMk/>
            <pc:sldMk cId="1177824853" sldId="290"/>
            <ac:spMk id="9" creationId="{9BFC0B64-8F13-426F-B6C5-9C9427ACAD7E}"/>
          </ac:spMkLst>
        </pc:spChg>
        <pc:spChg chg="del">
          <ac:chgData name="ALIYA SHAIKH" userId="58c65951c58cd686" providerId="LiveId" clId="{DB648027-216B-425C-AFD1-46FEABBC7CF3}" dt="2026-09-02T15:52:45.813" v="1194" actId="478"/>
          <ac:spMkLst>
            <pc:docMk/>
            <pc:sldMk cId="1177824853" sldId="290"/>
            <ac:spMk id="10" creationId="{C66E4F1A-AD73-4086-B578-235F0B9F1FC4}"/>
          </ac:spMkLst>
        </pc:spChg>
        <pc:spChg chg="add del mod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19" creationId="{6CD96A0B-EB21-7487-F6E2-D89348F1D9E0}"/>
          </ac:spMkLst>
        </pc:spChg>
        <pc:spChg chg="del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23" creationId="{CF9AEC1E-D404-A104-04F2-2A6FCF587DFB}"/>
          </ac:spMkLst>
        </pc:spChg>
        <pc:spChg chg="del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25" creationId="{8FE42BD5-79A1-DABC-5B9D-56A08A74721E}"/>
          </ac:spMkLst>
        </pc:spChg>
        <pc:spChg chg="del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29" creationId="{2F5B9319-0E04-4EA0-A3D2-2C28D77010DF}"/>
          </ac:spMkLst>
        </pc:spChg>
        <pc:spChg chg="del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31" creationId="{2AFD0FA1-813A-E46D-CC65-E477E22DD09B}"/>
          </ac:spMkLst>
        </pc:spChg>
        <pc:spChg chg="add del mod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33" creationId="{A9E54E2F-797D-43E0-6EB6-E272AFAFCFE3}"/>
          </ac:spMkLst>
        </pc:spChg>
        <pc:spChg chg="add mod">
          <ac:chgData name="ALIYA SHAIKH" userId="58c65951c58cd686" providerId="LiveId" clId="{DB648027-216B-425C-AFD1-46FEABBC7CF3}" dt="2026-09-02T15:52:45.813" v="1194" actId="478"/>
          <ac:spMkLst>
            <pc:docMk/>
            <pc:sldMk cId="1177824853" sldId="290"/>
            <ac:spMk id="37" creationId="{11B4BD56-87CB-71D2-3673-FB3FB93959B2}"/>
          </ac:spMkLst>
        </pc:spChg>
        <pc:spChg chg="del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39" creationId="{82E7239B-2BD1-CA66-3FE5-60D6F50272F6}"/>
          </ac:spMkLst>
        </pc:spChg>
        <pc:spChg chg="add del mod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41" creationId="{FFF0AB3C-2800-C5D1-7E34-9613237247EC}"/>
          </ac:spMkLst>
        </pc:spChg>
        <pc:spChg chg="add mod">
          <ac:chgData name="ALIYA SHAIKH" userId="58c65951c58cd686" providerId="LiveId" clId="{DB648027-216B-425C-AFD1-46FEABBC7CF3}" dt="2026-09-02T15:52:45.813" v="1194" actId="478"/>
          <ac:spMkLst>
            <pc:docMk/>
            <pc:sldMk cId="1177824853" sldId="290"/>
            <ac:spMk id="43" creationId="{7E6EB580-5C6A-6FB1-8AAE-90FA7B81EF96}"/>
          </ac:spMkLst>
        </pc:spChg>
        <pc:spChg chg="add mod">
          <ac:chgData name="ALIYA SHAIKH" userId="58c65951c58cd686" providerId="LiveId" clId="{DB648027-216B-425C-AFD1-46FEABBC7CF3}" dt="2026-09-02T15:52:45.813" v="1194" actId="478"/>
          <ac:spMkLst>
            <pc:docMk/>
            <pc:sldMk cId="1177824853" sldId="290"/>
            <ac:spMk id="45" creationId="{D4AE015C-CEC8-5716-947E-8FB5734D6552}"/>
          </ac:spMkLst>
        </pc:spChg>
        <pc:spChg chg="add del mod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47" creationId="{02B2A7A6-5381-8B94-CD3D-01645B77D239}"/>
          </ac:spMkLst>
        </pc:spChg>
        <pc:spChg chg="del">
          <ac:chgData name="ALIYA SHAIKH" userId="58c65951c58cd686" providerId="LiveId" clId="{DB648027-216B-425C-AFD1-46FEABBC7CF3}" dt="2026-09-02T15:52:47.681" v="1195" actId="478"/>
          <ac:spMkLst>
            <pc:docMk/>
            <pc:sldMk cId="1177824853" sldId="290"/>
            <ac:spMk id="51" creationId="{E9B50740-C211-525B-3F82-3110276D0222}"/>
          </ac:spMkLst>
        </pc:spChg>
        <pc:spChg chg="add mod">
          <ac:chgData name="ALIYA SHAIKH" userId="58c65951c58cd686" providerId="LiveId" clId="{DB648027-216B-425C-AFD1-46FEABBC7CF3}" dt="2026-09-02T15:54:23.785" v="1209" actId="1076"/>
          <ac:spMkLst>
            <pc:docMk/>
            <pc:sldMk cId="1177824853" sldId="290"/>
            <ac:spMk id="53" creationId="{7769E4B2-5008-7107-5CD1-9B284C33EFCB}"/>
          </ac:spMkLst>
        </pc:spChg>
        <pc:spChg chg="add mod">
          <ac:chgData name="ALIYA SHAIKH" userId="58c65951c58cd686" providerId="LiveId" clId="{DB648027-216B-425C-AFD1-46FEABBC7CF3}" dt="2026-09-02T15:53:58.899" v="1208" actId="5793"/>
          <ac:spMkLst>
            <pc:docMk/>
            <pc:sldMk cId="1177824853" sldId="290"/>
            <ac:spMk id="55" creationId="{086630F4-0896-14EB-ED3F-06C8D9A6BF06}"/>
          </ac:spMkLst>
        </pc:spChg>
      </pc:sldChg>
      <pc:sldChg chg="del">
        <pc:chgData name="ALIYA SHAIKH" userId="58c65951c58cd686" providerId="LiveId" clId="{DB648027-216B-425C-AFD1-46FEABBC7CF3}" dt="2026-09-02T15:41:11.867" v="1104" actId="2696"/>
        <pc:sldMkLst>
          <pc:docMk/>
          <pc:sldMk cId="404854312" sldId="292"/>
        </pc:sldMkLst>
      </pc:sldChg>
      <pc:sldChg chg="addSp delSp modSp mod ord modTransition">
        <pc:chgData name="ALIYA SHAIKH" userId="58c65951c58cd686" providerId="LiveId" clId="{DB648027-216B-425C-AFD1-46FEABBC7CF3}" dt="2026-09-02T16:02:15.313" v="1275"/>
        <pc:sldMkLst>
          <pc:docMk/>
          <pc:sldMk cId="473871986" sldId="293"/>
        </pc:sldMkLst>
        <pc:spChg chg="del">
          <ac:chgData name="ALIYA SHAIKH" userId="58c65951c58cd686" providerId="LiveId" clId="{DB648027-216B-425C-AFD1-46FEABBC7CF3}" dt="2026-09-02T15:58:04.608" v="1249" actId="478"/>
          <ac:spMkLst>
            <pc:docMk/>
            <pc:sldMk cId="473871986" sldId="293"/>
            <ac:spMk id="2" creationId="{402600B4-5BE8-447C-8531-6CD75CB45735}"/>
          </ac:spMkLst>
        </pc:spChg>
        <pc:spChg chg="del">
          <ac:chgData name="ALIYA SHAIKH" userId="58c65951c58cd686" providerId="LiveId" clId="{DB648027-216B-425C-AFD1-46FEABBC7CF3}" dt="2026-09-02T15:58:00.106" v="1248" actId="478"/>
          <ac:spMkLst>
            <pc:docMk/>
            <pc:sldMk cId="473871986" sldId="293"/>
            <ac:spMk id="3" creationId="{217076FA-2B16-4A6F-9631-8D175CE7886C}"/>
          </ac:spMkLst>
        </pc:spChg>
        <pc:spChg chg="mod">
          <ac:chgData name="ALIYA SHAIKH" userId="58c65951c58cd686" providerId="LiveId" clId="{DB648027-216B-425C-AFD1-46FEABBC7CF3}" dt="2026-09-02T15:39:55.240" v="1089" actId="113"/>
          <ac:spMkLst>
            <pc:docMk/>
            <pc:sldMk cId="473871986" sldId="293"/>
            <ac:spMk id="4" creationId="{971188AF-1B8F-40DD-90B1-DC0F52BA46BA}"/>
          </ac:spMkLst>
        </pc:spChg>
        <pc:spChg chg="add del mod">
          <ac:chgData name="ALIYA SHAIKH" userId="58c65951c58cd686" providerId="LiveId" clId="{DB648027-216B-425C-AFD1-46FEABBC7CF3}" dt="2026-09-02T15:39:36.350" v="1087" actId="478"/>
          <ac:spMkLst>
            <pc:docMk/>
            <pc:sldMk cId="473871986" sldId="293"/>
            <ac:spMk id="7" creationId="{4AF4D039-A5E3-9E43-FFD9-E91BF575BF98}"/>
          </ac:spMkLst>
        </pc:spChg>
        <pc:spChg chg="del">
          <ac:chgData name="ALIYA SHAIKH" userId="58c65951c58cd686" providerId="LiveId" clId="{DB648027-216B-425C-AFD1-46FEABBC7CF3}" dt="2026-09-02T15:38:44.073" v="1081" actId="478"/>
          <ac:spMkLst>
            <pc:docMk/>
            <pc:sldMk cId="473871986" sldId="293"/>
            <ac:spMk id="9" creationId="{C54CD4A7-4E1A-4902-993B-81A396A3670C}"/>
          </ac:spMkLst>
        </pc:spChg>
        <pc:spChg chg="add del mod">
          <ac:chgData name="ALIYA SHAIKH" userId="58c65951c58cd686" providerId="LiveId" clId="{DB648027-216B-425C-AFD1-46FEABBC7CF3}" dt="2026-09-02T15:38:26.159" v="1078" actId="478"/>
          <ac:spMkLst>
            <pc:docMk/>
            <pc:sldMk cId="473871986" sldId="293"/>
            <ac:spMk id="11" creationId="{33BBC508-C488-9F28-050A-93090C3AE858}"/>
          </ac:spMkLst>
        </pc:spChg>
        <pc:spChg chg="add del mod">
          <ac:chgData name="ALIYA SHAIKH" userId="58c65951c58cd686" providerId="LiveId" clId="{DB648027-216B-425C-AFD1-46FEABBC7CF3}" dt="2026-09-02T15:38:40.864" v="1080" actId="478"/>
          <ac:spMkLst>
            <pc:docMk/>
            <pc:sldMk cId="473871986" sldId="293"/>
            <ac:spMk id="14" creationId="{4397143E-D2BD-8E65-B1BD-6AAAB17B5B4E}"/>
          </ac:spMkLst>
        </pc:spChg>
        <pc:spChg chg="add del mod">
          <ac:chgData name="ALIYA SHAIKH" userId="58c65951c58cd686" providerId="LiveId" clId="{DB648027-216B-425C-AFD1-46FEABBC7CF3}" dt="2026-09-02T15:38:45.700" v="1082" actId="478"/>
          <ac:spMkLst>
            <pc:docMk/>
            <pc:sldMk cId="473871986" sldId="293"/>
            <ac:spMk id="16" creationId="{6A21EDC7-6EC1-0DD7-C9D5-60E85778FF03}"/>
          </ac:spMkLst>
        </pc:spChg>
        <pc:spChg chg="add mod">
          <ac:chgData name="ALIYA SHAIKH" userId="58c65951c58cd686" providerId="LiveId" clId="{DB648027-216B-425C-AFD1-46FEABBC7CF3}" dt="2026-09-02T15:40:44.194" v="1100" actId="20577"/>
          <ac:spMkLst>
            <pc:docMk/>
            <pc:sldMk cId="473871986" sldId="293"/>
            <ac:spMk id="18" creationId="{AFE67350-2DE9-509E-8C15-C8D8D1B7F2CA}"/>
          </ac:spMkLst>
        </pc:spChg>
        <pc:spChg chg="del">
          <ac:chgData name="ALIYA SHAIKH" userId="58c65951c58cd686" providerId="LiveId" clId="{DB648027-216B-425C-AFD1-46FEABBC7CF3}" dt="2026-09-02T15:38:23.571" v="1077" actId="478"/>
          <ac:spMkLst>
            <pc:docMk/>
            <pc:sldMk cId="473871986" sldId="293"/>
            <ac:spMk id="75" creationId="{5425916A-A2C0-45C3-9A48-E48DEB97F631}"/>
          </ac:spMkLst>
        </pc:spChg>
        <pc:graphicFrameChg chg="del">
          <ac:chgData name="ALIYA SHAIKH" userId="58c65951c58cd686" providerId="LiveId" clId="{DB648027-216B-425C-AFD1-46FEABBC7CF3}" dt="2026-09-02T15:38:38.168" v="1079" actId="478"/>
          <ac:graphicFrameMkLst>
            <pc:docMk/>
            <pc:sldMk cId="473871986" sldId="293"/>
            <ac:graphicFrameMk id="34" creationId="{9E19FFD2-695D-4BD0-AA46-41C8970D76E2}"/>
          </ac:graphicFrameMkLst>
        </pc:graphicFrameChg>
        <pc:graphicFrameChg chg="del modGraphic">
          <ac:chgData name="ALIYA SHAIKH" userId="58c65951c58cd686" providerId="LiveId" clId="{DB648027-216B-425C-AFD1-46FEABBC7CF3}" dt="2026-09-02T15:38:15.225" v="1076" actId="478"/>
          <ac:graphicFrameMkLst>
            <pc:docMk/>
            <pc:sldMk cId="473871986" sldId="293"/>
            <ac:graphicFrameMk id="53" creationId="{7EB17215-3702-4854-86F9-086DB8BCA17E}"/>
          </ac:graphicFrameMkLst>
        </pc:graphicFrameChg>
      </pc:sldChg>
      <pc:sldChg chg="del">
        <pc:chgData name="ALIYA SHAIKH" userId="58c65951c58cd686" providerId="LiveId" clId="{DB648027-216B-425C-AFD1-46FEABBC7CF3}" dt="2026-09-02T15:41:26.659" v="1105" actId="2696"/>
        <pc:sldMkLst>
          <pc:docMk/>
          <pc:sldMk cId="3084972071" sldId="294"/>
        </pc:sldMkLst>
      </pc:sldChg>
      <pc:sldMasterChg chg="modTransition delSldLayout modSldLayout">
        <pc:chgData name="ALIYA SHAIKH" userId="58c65951c58cd686" providerId="LiveId" clId="{DB648027-216B-425C-AFD1-46FEABBC7CF3}" dt="2026-09-02T16:02:15.313" v="1275"/>
        <pc:sldMasterMkLst>
          <pc:docMk/>
          <pc:sldMasterMk cId="1928452137" sldId="2147483666"/>
        </pc:sldMasterMkLst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913108640" sldId="2147483667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2631270364" sldId="2147483668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3052812340" sldId="2147483670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3021740900" sldId="2147483671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4203189534" sldId="2147483672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3228668804" sldId="2147483673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3562372833" sldId="2147483674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609095538" sldId="2147483675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264798778" sldId="2147483676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1616316768" sldId="2147483677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429355126" sldId="2147483678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23543133" sldId="2147483681"/>
          </pc:sldLayoutMkLst>
        </pc:sldLayoutChg>
        <pc:sldLayoutChg chg="del">
          <pc:chgData name="ALIYA SHAIKH" userId="58c65951c58cd686" providerId="LiveId" clId="{DB648027-216B-425C-AFD1-46FEABBC7CF3}" dt="2026-09-02T15:38:07.428" v="1073" actId="2696"/>
          <pc:sldLayoutMkLst>
            <pc:docMk/>
            <pc:sldMasterMk cId="1928452137" sldId="2147483666"/>
            <pc:sldLayoutMk cId="4026250860" sldId="2147483685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2501487619" sldId="2147483688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2056323463" sldId="2147483692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3061950496" sldId="2147483694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1386696317" sldId="2147483696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129327841" sldId="2147483697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1442619314" sldId="2147483699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2376933483" sldId="2147483700"/>
          </pc:sldLayoutMkLst>
        </pc:sldLayoutChg>
        <pc:sldLayoutChg chg="modTransition">
          <pc:chgData name="ALIYA SHAIKH" userId="58c65951c58cd686" providerId="LiveId" clId="{DB648027-216B-425C-AFD1-46FEABBC7CF3}" dt="2026-09-02T16:02:15.313" v="1275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39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transition spd="slow">
    <p:wip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4133088"/>
            <a:ext cx="10717731" cy="167335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BUSINESS ANALYSIS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Data Analysis Capstone Project</a:t>
            </a:r>
            <a:br>
              <a:rPr lang="en-IN" dirty="0">
                <a:latin typeface="Algerian" panose="04020705040A02060702" pitchFamily="82" charset="0"/>
              </a:rPr>
            </a:br>
            <a:br>
              <a:rPr lang="en-IN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2" y="5093208"/>
            <a:ext cx="10598859" cy="890342"/>
          </a:xfrm>
        </p:spPr>
        <p:txBody>
          <a:bodyPr>
            <a:normAutofit fontScale="62500" lnSpcReduction="2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SHAIKH Aliya Alim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| Pandas | Seaborn | Matplotlib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346008"/>
            <a:ext cx="5807965" cy="3725607"/>
          </a:xfrm>
        </p:spPr>
        <p:txBody>
          <a:bodyPr>
            <a:normAutofit fontScale="25000" lnSpcReduction="20000"/>
          </a:bodyPr>
          <a:lstStyle/>
          <a:p>
            <a:endParaRPr lang="en-IN" b="1" dirty="0"/>
          </a:p>
          <a:p>
            <a:r>
              <a:rPr lang="en-IN" sz="6400" dirty="0">
                <a:latin typeface="Bell MT" panose="02020503060305020303" pitchFamily="18" charset="0"/>
              </a:rPr>
              <a:t>This project performs an end-to-end analysis of customer churn data.</a:t>
            </a:r>
          </a:p>
          <a:p>
            <a:r>
              <a:rPr lang="en-IN" sz="6400" dirty="0">
                <a:latin typeface="Bell MT" panose="02020503060305020303" pitchFamily="18" charset="0"/>
              </a:rPr>
              <a:t>The analysis includes:</a:t>
            </a:r>
          </a:p>
          <a:p>
            <a:pPr lvl="0"/>
            <a:r>
              <a:rPr lang="en-IN" sz="6400" dirty="0">
                <a:latin typeface="Bell MT" panose="02020503060305020303" pitchFamily="18" charset="0"/>
              </a:rPr>
              <a:t>1.Data validation and cleaning </a:t>
            </a:r>
          </a:p>
          <a:p>
            <a:pPr lvl="0"/>
            <a:r>
              <a:rPr lang="en-IN" sz="6400" dirty="0">
                <a:latin typeface="Bell MT" panose="02020503060305020303" pitchFamily="18" charset="0"/>
              </a:rPr>
              <a:t>2.Exploratory Data Analysis </a:t>
            </a:r>
          </a:p>
          <a:p>
            <a:pPr lvl="0"/>
            <a:r>
              <a:rPr lang="en-IN" sz="6400" dirty="0">
                <a:latin typeface="Bell MT" panose="02020503060305020303" pitchFamily="18" charset="0"/>
              </a:rPr>
              <a:t>3.Data visualization </a:t>
            </a:r>
          </a:p>
          <a:p>
            <a:pPr lvl="0"/>
            <a:r>
              <a:rPr lang="en-IN" sz="6400" dirty="0">
                <a:latin typeface="Bell MT" panose="02020503060305020303" pitchFamily="18" charset="0"/>
              </a:rPr>
              <a:t>4.Statistical analysis </a:t>
            </a:r>
          </a:p>
          <a:p>
            <a:pPr lvl="0"/>
            <a:r>
              <a:rPr lang="en-IN" sz="6400" dirty="0">
                <a:latin typeface="Bell MT" panose="02020503060305020303" pitchFamily="18" charset="0"/>
              </a:rPr>
              <a:t>5.Hypothesis testing </a:t>
            </a:r>
          </a:p>
          <a:p>
            <a:pPr lvl="0"/>
            <a:r>
              <a:rPr lang="en-IN" sz="6400" dirty="0">
                <a:latin typeface="Bell MT" panose="02020503060305020303" pitchFamily="18" charset="0"/>
              </a:rPr>
              <a:t>6.Business recommendations</a:t>
            </a:r>
          </a:p>
          <a:p>
            <a:r>
              <a:rPr lang="en-IN" sz="6400" b="1" dirty="0">
                <a:latin typeface="Bell MT" panose="02020503060305020303" pitchFamily="18" charset="0"/>
              </a:rPr>
              <a:t>Goal:</a:t>
            </a:r>
            <a:r>
              <a:rPr lang="en-IN" sz="6400" dirty="0">
                <a:latin typeface="Bell MT" panose="02020503060305020303" pitchFamily="18" charset="0"/>
              </a:rPr>
              <a:t> Identify important factors associated with customer churn and provide actionable recommendations.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2116994"/>
            <a:ext cx="313944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8447" y="1261922"/>
            <a:ext cx="4782209" cy="13349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occurs when customers stop using a company's services.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Bell MT" panose="02020503060305020303" pitchFamily="18" charset="0"/>
            </a:endParaRPr>
          </a:p>
          <a:p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274198"/>
            <a:ext cx="5431971" cy="1011156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churn can result in: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18447" y="2779775"/>
            <a:ext cx="3134113" cy="1209808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Revenue loss </a:t>
            </a:r>
          </a:p>
          <a:p>
            <a:pPr lvl="0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Reduced customer base </a:t>
            </a:r>
          </a:p>
          <a:p>
            <a:pPr lvl="0"/>
            <a:r>
              <a:rPr lang="en-IN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Higher customer acquisition costs </a:t>
            </a:r>
          </a:p>
          <a:p>
            <a:endParaRPr lang="en-IN" sz="6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Question</a:t>
            </a:r>
          </a:p>
          <a:p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factors are associated with customer churn, and how can the business improve customer retention?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3218656"/>
            <a:ext cx="6803518" cy="1525588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lvl="0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churn patterns </a:t>
            </a:r>
          </a:p>
          <a:p>
            <a:pPr lvl="0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Identify important customer characteristics </a:t>
            </a:r>
          </a:p>
          <a:p>
            <a:pPr lvl="0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Compare churn across different customer groups </a:t>
            </a:r>
          </a:p>
          <a:p>
            <a:pPr lvl="0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Perform statistical hypothesis testing </a:t>
            </a:r>
          </a:p>
          <a:p>
            <a:pPr lvl="0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Develop actionable business recommendations </a:t>
            </a:r>
          </a:p>
          <a:p>
            <a:pPr lvl="0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Create a practical retention implementation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3004501"/>
            <a:ext cx="4031030" cy="105730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Variables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63538" y="2900346"/>
            <a:ext cx="4031030" cy="1057308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pPr lvl="0" algn="just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</a:t>
            </a:r>
          </a:p>
          <a:p>
            <a:pPr lvl="0" algn="just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 </a:t>
            </a:r>
          </a:p>
          <a:p>
            <a:pPr lvl="0" algn="just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 </a:t>
            </a:r>
          </a:p>
          <a:p>
            <a:pPr lvl="0" algn="just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</a:t>
            </a:r>
          </a:p>
          <a:p>
            <a:pPr lvl="0" algn="just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Billing </a:t>
            </a:r>
          </a:p>
          <a:p>
            <a:pPr lvl="0" algn="just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 </a:t>
            </a:r>
          </a:p>
          <a:p>
            <a:pPr lvl="0" algn="just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Tenure </a:t>
            </a:r>
          </a:p>
          <a:p>
            <a:pPr lvl="0" algn="just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365125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No Missing Values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✅ No Duplicate Rows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✅ Dataset Successfully Validated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217" y="3177060"/>
            <a:ext cx="4677727" cy="84630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Analysis     	   Workflow</a:t>
            </a:r>
            <a:endParaRPr lang="en-US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9959" y="932525"/>
            <a:ext cx="3944122" cy="44890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Validation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16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7A2456-4B75-86AC-D4B8-4AA7D099FBAA}"/>
              </a:ext>
            </a:extLst>
          </p:cNvPr>
          <p:cNvSpPr txBox="1"/>
          <p:nvPr/>
        </p:nvSpPr>
        <p:spPr>
          <a:xfrm>
            <a:off x="5839959" y="5660136"/>
            <a:ext cx="5996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Pandas, Seaborn, Matplotlib, SciPy</a:t>
            </a: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Customer Churn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140" y="2100830"/>
            <a:ext cx="3019044" cy="82391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Distribution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988" y="3134461"/>
            <a:ext cx="3924300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Retained: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Churned: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Churn Rate: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10.6%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noProof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48097" y="2729584"/>
            <a:ext cx="3943627" cy="207079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most customers remained with the company,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10.6% of customers churned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customer retention an important business concern.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5761F2-342D-3EE1-66F2-5A04AC9FF30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grayscl/>
          </a:blip>
          <a:stretch>
            <a:fillRect/>
          </a:stretch>
        </p:blipFill>
        <p:spPr>
          <a:xfrm>
            <a:off x="8443904" y="2217738"/>
            <a:ext cx="3324424" cy="3552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 Analysis</a:t>
            </a:r>
            <a:br>
              <a:rPr lang="en-IN" b="1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by Contract Type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9F80915-AAC7-1710-149C-E7639F15DF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41262615"/>
              </p:ext>
            </p:extLst>
          </p:nvPr>
        </p:nvGraphicFramePr>
        <p:xfrm>
          <a:off x="1242679" y="3719652"/>
          <a:ext cx="2882900" cy="1830756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717693360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551155734"/>
                    </a:ext>
                  </a:extLst>
                </a:gridCol>
              </a:tblGrid>
              <a:tr h="457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Contract Type</a:t>
                      </a:r>
                    </a:p>
                  </a:txBody>
                  <a:tcPr marL="25069" marR="25069" marT="12534" marB="1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 Rate</a:t>
                      </a:r>
                    </a:p>
                  </a:txBody>
                  <a:tcPr marL="25069" marR="25069" marT="12534" marB="12534" anchor="ctr"/>
                </a:tc>
                <a:extLst>
                  <a:ext uri="{0D108BD9-81ED-4DB2-BD59-A6C34878D82A}">
                    <a16:rowId xmlns:a16="http://schemas.microsoft.com/office/drawing/2014/main" val="2541746916"/>
                  </a:ext>
                </a:extLst>
              </a:tr>
              <a:tr h="457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Month-to-month</a:t>
                      </a:r>
                    </a:p>
                  </a:txBody>
                  <a:tcPr marL="25069" marR="25069" marT="12534" marB="1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20.59%</a:t>
                      </a:r>
                    </a:p>
                  </a:txBody>
                  <a:tcPr marL="25069" marR="25069" marT="12534" marB="12534" anchor="ctr"/>
                </a:tc>
                <a:extLst>
                  <a:ext uri="{0D108BD9-81ED-4DB2-BD59-A6C34878D82A}">
                    <a16:rowId xmlns:a16="http://schemas.microsoft.com/office/drawing/2014/main" val="271724904"/>
                  </a:ext>
                </a:extLst>
              </a:tr>
              <a:tr h="457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year</a:t>
                      </a:r>
                    </a:p>
                  </a:txBody>
                  <a:tcPr marL="25069" marR="25069" marT="12534" marB="1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4.30%</a:t>
                      </a:r>
                    </a:p>
                  </a:txBody>
                  <a:tcPr marL="25069" marR="25069" marT="12534" marB="12534" anchor="ctr"/>
                </a:tc>
                <a:extLst>
                  <a:ext uri="{0D108BD9-81ED-4DB2-BD59-A6C34878D82A}">
                    <a16:rowId xmlns:a16="http://schemas.microsoft.com/office/drawing/2014/main" val="3793711980"/>
                  </a:ext>
                </a:extLst>
              </a:tr>
              <a:tr h="457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year</a:t>
                      </a:r>
                    </a:p>
                  </a:txBody>
                  <a:tcPr marL="25069" marR="25069" marT="12534" marB="1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6.94%</a:t>
                      </a:r>
                    </a:p>
                  </a:txBody>
                  <a:tcPr marL="25069" marR="25069" marT="12534" marB="12534" anchor="ctr"/>
                </a:tc>
                <a:extLst>
                  <a:ext uri="{0D108BD9-81ED-4DB2-BD59-A6C34878D82A}">
                    <a16:rowId xmlns:a16="http://schemas.microsoft.com/office/drawing/2014/main" val="852780591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customers showed the highest churn rate.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encouraging customers to move toward longer-term contracts may improve customer retention.</a:t>
            </a:r>
          </a:p>
          <a:p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1F1EF92-06DF-D207-88E3-DE4334E06277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>
            <a:grayscl/>
          </a:blip>
          <a:stretch>
            <a:fillRect/>
          </a:stretch>
        </p:blipFill>
        <p:spPr>
          <a:xfrm>
            <a:off x="8066088" y="2148840"/>
            <a:ext cx="3287712" cy="3571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145167"/>
            <a:ext cx="5705856" cy="1715531"/>
          </a:xfrm>
        </p:spPr>
        <p:txBody>
          <a:bodyPr/>
          <a:lstStyle/>
          <a:p>
            <a:r>
              <a:rPr lang="en-IN" dirty="0"/>
              <a:t>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Tenure 		Analysis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4F44F-DF3B-E338-7734-9B1F7B1407EF}"/>
              </a:ext>
            </a:extLst>
          </p:cNvPr>
          <p:cNvSpPr txBox="1"/>
          <p:nvPr/>
        </p:nvSpPr>
        <p:spPr>
          <a:xfrm>
            <a:off x="8321040" y="1796041"/>
            <a:ext cx="3042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Tenure and Churn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66821F-A07D-C556-7F20-349F5BEC8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35580"/>
              </p:ext>
            </p:extLst>
          </p:nvPr>
        </p:nvGraphicFramePr>
        <p:xfrm>
          <a:off x="8321040" y="2324638"/>
          <a:ext cx="3096768" cy="100584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548384">
                  <a:extLst>
                    <a:ext uri="{9D8B030D-6E8A-4147-A177-3AD203B41FA5}">
                      <a16:colId xmlns:a16="http://schemas.microsoft.com/office/drawing/2014/main" val="2610886479"/>
                    </a:ext>
                  </a:extLst>
                </a:gridCol>
                <a:gridCol w="1548384">
                  <a:extLst>
                    <a:ext uri="{9D8B030D-6E8A-4147-A177-3AD203B41FA5}">
                      <a16:colId xmlns:a16="http://schemas.microsoft.com/office/drawing/2014/main" val="1824855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Tenure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488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Non-Churned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5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8579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6F99606-75AB-2E36-C89A-FE088D991BA8}"/>
              </a:ext>
            </a:extLst>
          </p:cNvPr>
          <p:cNvSpPr txBox="1"/>
          <p:nvPr/>
        </p:nvSpPr>
        <p:spPr>
          <a:xfrm>
            <a:off x="4729734" y="2324638"/>
            <a:ext cx="3353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Result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8.98 × 10⁻¹³⁰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Statistically Significant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1CE952-D822-98E9-86BB-384A333FB96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67640" y="1860698"/>
            <a:ext cx="4200578" cy="3479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A543C6-3CD2-1576-2D7B-8F2FBB05897F}"/>
              </a:ext>
            </a:extLst>
          </p:cNvPr>
          <p:cNvSpPr txBox="1"/>
          <p:nvPr/>
        </p:nvSpPr>
        <p:spPr>
          <a:xfrm>
            <a:off x="4729734" y="3900138"/>
            <a:ext cx="725467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r>
              <a:rPr lang="en-IN" dirty="0"/>
              <a:t>Customers who churned had substantially lower tenure.</a:t>
            </a:r>
          </a:p>
          <a:p>
            <a:r>
              <a:rPr lang="en-IN" dirty="0"/>
              <a:t>🎯 </a:t>
            </a:r>
            <a:r>
              <a:rPr lang="en-IN" b="1" dirty="0"/>
              <a:t>Early-stage customers appear to be an important high-risk group.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373" y="299646"/>
            <a:ext cx="4813227" cy="84630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		Analysis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242" y="1578060"/>
            <a:ext cx="3310128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and Customer Churn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517631" y="1557126"/>
            <a:ext cx="2929138" cy="365125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Result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BDF8B9-53DF-46F4-98D4-053D78D610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12262" y="2404952"/>
            <a:ext cx="3139876" cy="557950"/>
          </a:xfrm>
        </p:spPr>
        <p:txBody>
          <a:bodyPr>
            <a:no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0.0101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Statistically Significant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FD0A14C-4421-4979-AF8C-F7E649A881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964289" y="4445606"/>
            <a:ext cx="2149743" cy="365125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C0DB469-503B-40AF-84D1-C69B085AA9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56432" y="4855790"/>
            <a:ext cx="5431971" cy="919818"/>
          </a:xfrm>
        </p:spPr>
        <p:txBody>
          <a:bodyPr>
            <a:normAutofit fontScale="40000" lnSpcReduction="2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 customers had higher average Monthly Charges.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are associated with customer churn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 dataset.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CD07BE-7314-A3EF-9E2D-5F523ECB0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367825"/>
              </p:ext>
            </p:extLst>
          </p:nvPr>
        </p:nvGraphicFramePr>
        <p:xfrm>
          <a:off x="335280" y="2359312"/>
          <a:ext cx="3035808" cy="149352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517904">
                  <a:extLst>
                    <a:ext uri="{9D8B030D-6E8A-4147-A177-3AD203B41FA5}">
                      <a16:colId xmlns:a16="http://schemas.microsoft.com/office/drawing/2014/main" val="1702138906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90845961"/>
                    </a:ext>
                  </a:extLst>
                </a:gridCol>
              </a:tblGrid>
              <a:tr h="682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Monthly Charges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933966"/>
                  </a:ext>
                </a:extLst>
              </a:tr>
              <a:tr h="272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Non-Churned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171184"/>
                  </a:ext>
                </a:extLst>
              </a:tr>
              <a:tr h="272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129.77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130503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3B7E599-B4B9-35B7-099A-A5D321E0C84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3936131" y="1859468"/>
            <a:ext cx="3744760" cy="228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0" y="236031"/>
            <a:ext cx="8887841" cy="120491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Summary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8643" y="1615727"/>
            <a:ext cx="5111750" cy="39593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95% Confidence Interval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Monthly Charges: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109.08 – 118.19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tenure and Monthly Charges showed statistically significant differences between churned and non-churned customers.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00C85-DE29-8AE3-D80D-B991B36D0554}"/>
              </a:ext>
            </a:extLst>
          </p:cNvPr>
          <p:cNvSpPr txBox="1"/>
          <p:nvPr/>
        </p:nvSpPr>
        <p:spPr>
          <a:xfrm>
            <a:off x="1488916" y="2257776"/>
            <a:ext cx="3099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Results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51D19E-3466-5528-9907-03F05EE75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410188"/>
              </p:ext>
            </p:extLst>
          </p:nvPr>
        </p:nvGraphicFramePr>
        <p:xfrm>
          <a:off x="1171607" y="3236976"/>
          <a:ext cx="3861816" cy="201168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930908">
                  <a:extLst>
                    <a:ext uri="{9D8B030D-6E8A-4147-A177-3AD203B41FA5}">
                      <a16:colId xmlns:a16="http://schemas.microsoft.com/office/drawing/2014/main" val="3498142040"/>
                    </a:ext>
                  </a:extLst>
                </a:gridCol>
                <a:gridCol w="1930908">
                  <a:extLst>
                    <a:ext uri="{9D8B030D-6E8A-4147-A177-3AD203B41FA5}">
                      <a16:colId xmlns:a16="http://schemas.microsoft.com/office/drawing/2014/main" val="696252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792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Tenure vs 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Significant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868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Charges vs 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Significant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155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Charges vs 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Not Significant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269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0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E67350-2DE9-509E-8C15-C8D8D1B7F2CA}"/>
              </a:ext>
            </a:extLst>
          </p:cNvPr>
          <p:cNvSpPr txBox="1"/>
          <p:nvPr/>
        </p:nvSpPr>
        <p:spPr>
          <a:xfrm>
            <a:off x="838199" y="1864698"/>
            <a:ext cx="93399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Early-stage customers have higher churn risk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Month-to-month contracts had the highest churn rate (20.59%)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Churned customers had higher Monthly Charges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Overall churn rate was 10.6%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Customer tenure showed the strongest association with churn</a:t>
            </a:r>
          </a:p>
        </p:txBody>
      </p: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77971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7536-70D1-46C0-A2A2-51A6BB21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EE499-7B28-02BD-3448-8AF653A284A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1463040"/>
            <a:ext cx="10515599" cy="4371023"/>
          </a:xfrm>
        </p:spPr>
        <p:txBody>
          <a:bodyPr>
            <a:normAutofit/>
          </a:bodyPr>
          <a:lstStyle/>
          <a:p>
            <a:pPr marL="514350" lvl="0" indent="-514350"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Early Customer Retention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onboarding and early engagement. </a:t>
            </a:r>
          </a:p>
          <a:p>
            <a:pPr marL="0" lv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Longer-Term Contracts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incentives and loyalty benefits. </a:t>
            </a:r>
          </a:p>
          <a:p>
            <a:pPr marL="0" lv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Pricing Strategies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value for higher-paying customers. </a:t>
            </a:r>
          </a:p>
          <a:p>
            <a:pPr marL="0" lv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Payment Experience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differences across payment methods. </a:t>
            </a:r>
          </a:p>
          <a:p>
            <a:pPr marL="0" lv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High-Risk Customers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proactive churn monitoring system.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>
            <a:extLst>
              <a:ext uri="{FF2B5EF4-FFF2-40B4-BE49-F238E27FC236}">
                <a16:creationId xmlns:a16="http://schemas.microsoft.com/office/drawing/2014/main" id="{3782899C-8BAE-F079-8B5C-B317DF6AFA98}"/>
              </a:ext>
            </a:extLst>
          </p:cNvPr>
          <p:cNvSpPr txBox="1"/>
          <p:nvPr/>
        </p:nvSpPr>
        <p:spPr>
          <a:xfrm>
            <a:off x="731520" y="411480"/>
            <a:ext cx="3429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CC2343-EF3A-8B5C-F89D-13E9CB2EECAB}"/>
              </a:ext>
            </a:extLst>
          </p:cNvPr>
          <p:cNvSpPr txBox="1"/>
          <p:nvPr/>
        </p:nvSpPr>
        <p:spPr>
          <a:xfrm>
            <a:off x="731520" y="1161288"/>
            <a:ext cx="433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Implementation Plan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317572A-D0E1-3B41-B11F-B1B3CFA926A8}"/>
              </a:ext>
            </a:extLst>
          </p:cNvPr>
          <p:cNvSpPr txBox="1"/>
          <p:nvPr/>
        </p:nvSpPr>
        <p:spPr>
          <a:xfrm>
            <a:off x="731520" y="1757208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1: Identify Risk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customers with: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tenure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Monthly Charges </a:t>
            </a:r>
          </a:p>
          <a:p>
            <a:pPr lvl="0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⬇️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2: Retention Campaigns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programs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Loyalty rewards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upgrade incentives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5BE657-DD81-0E49-561D-BEF0C36D1BBD}"/>
              </a:ext>
            </a:extLst>
          </p:cNvPr>
          <p:cNvSpPr txBox="1"/>
          <p:nvPr/>
        </p:nvSpPr>
        <p:spPr>
          <a:xfrm>
            <a:off x="4876038" y="1757208"/>
            <a:ext cx="60944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3: Monitor Performance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 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Conversion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Campaign Performance </a:t>
            </a:r>
          </a:p>
          <a:p>
            <a:pPr lvl="0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⬇️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4: Continuous Improvement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new customer data to improve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7769E4B2-5008-7107-5CD1-9B284C33EFCB}"/>
              </a:ext>
            </a:extLst>
          </p:cNvPr>
          <p:cNvSpPr txBox="1"/>
          <p:nvPr/>
        </p:nvSpPr>
        <p:spPr>
          <a:xfrm>
            <a:off x="4283964" y="766310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6630F4-0896-14EB-ED3F-06C8D9A6BF06}"/>
              </a:ext>
            </a:extLst>
          </p:cNvPr>
          <p:cNvSpPr txBox="1"/>
          <p:nvPr/>
        </p:nvSpPr>
        <p:spPr>
          <a:xfrm>
            <a:off x="1115568" y="1859340"/>
            <a:ext cx="926287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performed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customer churn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customer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identified important factors associated with customer churn, particularly: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Tenure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Message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customer retention strategies can help businesses identify high-risk customers and reduce churn proactively.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82485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158</TotalTime>
  <Words>772</Words>
  <Application>Microsoft Office PowerPoint</Application>
  <PresentationFormat>Widescreen</PresentationFormat>
  <Paragraphs>208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Algerian</vt:lpstr>
      <vt:lpstr>Arial</vt:lpstr>
      <vt:lpstr>Bell MT</vt:lpstr>
      <vt:lpstr>Calibri</vt:lpstr>
      <vt:lpstr>Tenorite</vt:lpstr>
      <vt:lpstr>Times New Roman</vt:lpstr>
      <vt:lpstr>Monoline</vt:lpstr>
      <vt:lpstr>CUSTOMER CHURN BUSINESS ANALYSIS End-to-End Data Analysis Capstone Project  </vt:lpstr>
      <vt:lpstr>Project Overview </vt:lpstr>
      <vt:lpstr>Business Problem</vt:lpstr>
      <vt:lpstr>Project Objectives</vt:lpstr>
      <vt:lpstr>Dataset Overview</vt:lpstr>
      <vt:lpstr> Data  Analysis         Workflow</vt:lpstr>
      <vt:lpstr>Overall Customer Churn</vt:lpstr>
      <vt:lpstr>Contract Type Analysis </vt:lpstr>
      <vt:lpstr>     Customer Tenure   Analysis   </vt:lpstr>
      <vt:lpstr>Monthly Charges   Analysis</vt:lpstr>
      <vt:lpstr>Statistical Analysis Summary</vt:lpstr>
      <vt:lpstr>Key Findings</vt:lpstr>
      <vt:lpstr>Business Recommendations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ALIYA SHAIKH</dc:creator>
  <cp:lastModifiedBy>ALIYA SHAIKH</cp:lastModifiedBy>
  <cp:revision>1</cp:revision>
  <dcterms:created xsi:type="dcterms:W3CDTF">2026-08-31T15:56:14Z</dcterms:created>
  <dcterms:modified xsi:type="dcterms:W3CDTF">2026-09-02T16:02:15Z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